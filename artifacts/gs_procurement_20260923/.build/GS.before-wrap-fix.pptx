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2677b65774470" /><Relationship Type="http://schemas.openxmlformats.org/officeDocument/2006/relationships/extended-properties" Target="/docProps/app.xml" Id="R3590d011e7e446a9" /><Relationship Type="http://schemas.openxmlformats.org/officeDocument/2006/relationships/officeDocument" Target="/ppt/presentation.xml" Id="R6cf1b0649f08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86875d0704724"/>
  </p:sldMasterIdLst>
  <p:notesMasterIdLst>
    <p:notesMasterId xmlns:r="http://schemas.openxmlformats.org/officeDocument/2006/relationships" r:id="R02c9c6ceef4d4dfa"/>
  </p:notesMasterIdLst>
  <p:sldIdLst>
    <p:sldId xmlns:r="http://schemas.openxmlformats.org/officeDocument/2006/relationships" id="256" r:id="Rb6009ac0fc7d4e58"/>
    <p:sldId xmlns:r="http://schemas.openxmlformats.org/officeDocument/2006/relationships" id="257" r:id="R15f71faf241c45e1"/>
    <p:sldId xmlns:r="http://schemas.openxmlformats.org/officeDocument/2006/relationships" id="258" r:id="R28862bc72bcc41cc"/>
    <p:sldId xmlns:r="http://schemas.openxmlformats.org/officeDocument/2006/relationships" id="259" r:id="R6022706f503847df"/>
    <p:sldId xmlns:r="http://schemas.openxmlformats.org/officeDocument/2006/relationships" id="260" r:id="R15849d3036ce48ad"/>
    <p:sldId xmlns:r="http://schemas.openxmlformats.org/officeDocument/2006/relationships" id="261" r:id="Rebaff7536dd44357"/>
    <p:sldId xmlns:r="http://schemas.openxmlformats.org/officeDocument/2006/relationships" id="262" r:id="R3a1fda0745514f2d"/>
    <p:sldId xmlns:r="http://schemas.openxmlformats.org/officeDocument/2006/relationships" id="263" r:id="Rfe66e8b56a0a4cc6"/>
    <p:sldId xmlns:r="http://schemas.openxmlformats.org/officeDocument/2006/relationships" id="264" r:id="Rfae94e6b80634a9c"/>
    <p:sldId xmlns:r="http://schemas.openxmlformats.org/officeDocument/2006/relationships" id="265" r:id="R6c39662539f24c41"/>
    <p:sldId xmlns:r="http://schemas.openxmlformats.org/officeDocument/2006/relationships" id="266" r:id="R54e762bdf2e8490b"/>
    <p:sldId xmlns:r="http://schemas.openxmlformats.org/officeDocument/2006/relationships" id="267" r:id="R80856a258a524189"/>
    <p:sldId xmlns:r="http://schemas.openxmlformats.org/officeDocument/2006/relationships" id="268" r:id="R85e48e1db6824ad7"/>
    <p:sldId xmlns:r="http://schemas.openxmlformats.org/officeDocument/2006/relationships" id="269" r:id="Ra8ce289126474b37"/>
    <p:sldId xmlns:r="http://schemas.openxmlformats.org/officeDocument/2006/relationships" id="270" r:id="R0901543adaaf4904"/>
    <p:sldId xmlns:r="http://schemas.openxmlformats.org/officeDocument/2006/relationships" id="271" r:id="R4c44617b919643a8"/>
    <p:sldId xmlns:r="http://schemas.openxmlformats.org/officeDocument/2006/relationships" id="272" r:id="R2dadc96c589047af"/>
    <p:sldId xmlns:r="http://schemas.openxmlformats.org/officeDocument/2006/relationships" id="273" r:id="Rf52e83dcf7f24f04"/>
    <p:sldId xmlns:r="http://schemas.openxmlformats.org/officeDocument/2006/relationships" id="274" r:id="R6c232b9afd4f4184"/>
    <p:sldId xmlns:r="http://schemas.openxmlformats.org/officeDocument/2006/relationships" id="275" r:id="R22595ca3ed084df0"/>
    <p:sldId xmlns:r="http://schemas.openxmlformats.org/officeDocument/2006/relationships" id="276" r:id="Rd28a6b0aa6e3410d"/>
    <p:sldId xmlns:r="http://schemas.openxmlformats.org/officeDocument/2006/relationships" id="277" r:id="Rc30f81a7dd774ab5"/>
    <p:sldId xmlns:r="http://schemas.openxmlformats.org/officeDocument/2006/relationships" id="278" r:id="R87bc216ae1974568"/>
    <p:sldId xmlns:r="http://schemas.openxmlformats.org/officeDocument/2006/relationships" id="279" r:id="R06665497ecde4ddc"/>
    <p:sldId xmlns:r="http://schemas.openxmlformats.org/officeDocument/2006/relationships" id="280" r:id="Re22e567bdcd646b0"/>
    <p:sldId xmlns:r="http://schemas.openxmlformats.org/officeDocument/2006/relationships" id="281" r:id="R2566c656eec742f3"/>
    <p:sldId xmlns:r="http://schemas.openxmlformats.org/officeDocument/2006/relationships" id="282" r:id="R76e448cf8b2e4d99"/>
    <p:sldId xmlns:r="http://schemas.openxmlformats.org/officeDocument/2006/relationships" id="283" r:id="Re5607fb1ada74b41"/>
    <p:sldId xmlns:r="http://schemas.openxmlformats.org/officeDocument/2006/relationships" id="284" r:id="R4c1e1857125443f5"/>
    <p:sldId xmlns:r="http://schemas.openxmlformats.org/officeDocument/2006/relationships" id="285" r:id="R4e24c57807c44643"/>
    <p:sldId xmlns:r="http://schemas.openxmlformats.org/officeDocument/2006/relationships" id="286" r:id="Rc7ab83cb0165492e"/>
    <p:sldId xmlns:r="http://schemas.openxmlformats.org/officeDocument/2006/relationships" id="287" r:id="R5ccdb95ffac7481d"/>
    <p:sldId xmlns:r="http://schemas.openxmlformats.org/officeDocument/2006/relationships" id="288" r:id="Rab28ecfae058431e"/>
    <p:sldId xmlns:r="http://schemas.openxmlformats.org/officeDocument/2006/relationships" id="289" r:id="R69d7e33d3034448d"/>
    <p:sldId xmlns:r="http://schemas.openxmlformats.org/officeDocument/2006/relationships" id="290" r:id="Rcca9f060393044d1"/>
    <p:sldId xmlns:r="http://schemas.openxmlformats.org/officeDocument/2006/relationships" id="291" r:id="R8dd6ceecffdc4bbc"/>
    <p:sldId xmlns:r="http://schemas.openxmlformats.org/officeDocument/2006/relationships" id="292" r:id="Rfcfbedf6b59d409a"/>
    <p:sldId xmlns:r="http://schemas.openxmlformats.org/officeDocument/2006/relationships" id="293" r:id="R9c17c86bd31748b3"/>
    <p:sldId xmlns:r="http://schemas.openxmlformats.org/officeDocument/2006/relationships" id="294" r:id="Rd5b4126882d642db"/>
    <p:sldId xmlns:r="http://schemas.openxmlformats.org/officeDocument/2006/relationships" id="295" r:id="R85bef1b1c075485b"/>
    <p:sldId xmlns:r="http://schemas.openxmlformats.org/officeDocument/2006/relationships" id="296" r:id="Refaf0c1218e94597"/>
    <p:sldId xmlns:r="http://schemas.openxmlformats.org/officeDocument/2006/relationships" id="297" r:id="R0d85791dd93b497a"/>
    <p:sldId xmlns:r="http://schemas.openxmlformats.org/officeDocument/2006/relationships" id="298" r:id="Rffc782f103ef4104"/>
    <p:sldId xmlns:r="http://schemas.openxmlformats.org/officeDocument/2006/relationships" id="299" r:id="R352af10fe46741b6"/>
    <p:sldId xmlns:r="http://schemas.openxmlformats.org/officeDocument/2006/relationships" id="300" r:id="R065c713040984d23"/>
    <p:sldId xmlns:r="http://schemas.openxmlformats.org/officeDocument/2006/relationships" id="301" r:id="R1f37edae642144c4"/>
    <p:sldId xmlns:r="http://schemas.openxmlformats.org/officeDocument/2006/relationships" id="302" r:id="R119270e73c6f489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43ce7bcc5a462e" /><Relationship Type="http://schemas.openxmlformats.org/officeDocument/2006/relationships/slideMaster" Target="/ppt/slideMasters/slideMaster1.xml" Id="Ra4586875d0704724" /><Relationship Type="http://schemas.openxmlformats.org/officeDocument/2006/relationships/notesMaster" Target="/ppt/notesMasters/notesMaster1.xml" Id="R02c9c6ceef4d4dfa" /><Relationship Type="http://schemas.openxmlformats.org/officeDocument/2006/relationships/presProps" Target="/ppt/presProps.xml" Id="R6f9c7141c1b74260" /><Relationship Type="http://schemas.openxmlformats.org/officeDocument/2006/relationships/tableStyles" Target="/ppt/tableStyles.xml" Id="R43f5b8fae0ca4826" /><Relationship Type="http://schemas.openxmlformats.org/officeDocument/2006/relationships/slide" Target="/ppt/slides/slide1.xml" Id="Rb6009ac0fc7d4e58" /><Relationship Type="http://schemas.openxmlformats.org/officeDocument/2006/relationships/slide" Target="/ppt/slides/slide2.xml" Id="R15f71faf241c45e1" /><Relationship Type="http://schemas.openxmlformats.org/officeDocument/2006/relationships/slide" Target="/ppt/slides/slide3.xml" Id="R28862bc72bcc41cc" /><Relationship Type="http://schemas.openxmlformats.org/officeDocument/2006/relationships/slide" Target="/ppt/slides/slide4.xml" Id="R6022706f503847df" /><Relationship Type="http://schemas.openxmlformats.org/officeDocument/2006/relationships/slide" Target="/ppt/slides/slide5.xml" Id="R15849d3036ce48ad" /><Relationship Type="http://schemas.openxmlformats.org/officeDocument/2006/relationships/slide" Target="/ppt/slides/slide6.xml" Id="Rebaff7536dd44357" /><Relationship Type="http://schemas.openxmlformats.org/officeDocument/2006/relationships/slide" Target="/ppt/slides/slide7.xml" Id="R3a1fda0745514f2d" /><Relationship Type="http://schemas.openxmlformats.org/officeDocument/2006/relationships/slide" Target="/ppt/slides/slide8.xml" Id="Rfe66e8b56a0a4cc6" /><Relationship Type="http://schemas.openxmlformats.org/officeDocument/2006/relationships/slide" Target="/ppt/slides/slide9.xml" Id="Rfae94e6b80634a9c" /><Relationship Type="http://schemas.openxmlformats.org/officeDocument/2006/relationships/slide" Target="/ppt/slides/slide10.xml" Id="R6c39662539f24c41" /><Relationship Type="http://schemas.openxmlformats.org/officeDocument/2006/relationships/slide" Target="/ppt/slides/slide11.xml" Id="R54e762bdf2e8490b" /><Relationship Type="http://schemas.openxmlformats.org/officeDocument/2006/relationships/slide" Target="/ppt/slides/slide12.xml" Id="R80856a258a524189" /><Relationship Type="http://schemas.openxmlformats.org/officeDocument/2006/relationships/slide" Target="/ppt/slides/slide13.xml" Id="R85e48e1db6824ad7" /><Relationship Type="http://schemas.openxmlformats.org/officeDocument/2006/relationships/slide" Target="/ppt/slides/slide14.xml" Id="Ra8ce289126474b37" /><Relationship Type="http://schemas.openxmlformats.org/officeDocument/2006/relationships/slide" Target="/ppt/slides/slide15.xml" Id="R0901543adaaf4904" /><Relationship Type="http://schemas.openxmlformats.org/officeDocument/2006/relationships/slide" Target="/ppt/slides/slide16.xml" Id="R4c44617b919643a8" /><Relationship Type="http://schemas.openxmlformats.org/officeDocument/2006/relationships/slide" Target="/ppt/slides/slide17.xml" Id="R2dadc96c589047af" /><Relationship Type="http://schemas.openxmlformats.org/officeDocument/2006/relationships/slide" Target="/ppt/slides/slide18.xml" Id="Rf52e83dcf7f24f04" /><Relationship Type="http://schemas.openxmlformats.org/officeDocument/2006/relationships/slide" Target="/ppt/slides/slide19.xml" Id="R6c232b9afd4f4184" /><Relationship Type="http://schemas.openxmlformats.org/officeDocument/2006/relationships/slide" Target="/ppt/slides/slide20.xml" Id="R22595ca3ed084df0" /><Relationship Type="http://schemas.openxmlformats.org/officeDocument/2006/relationships/slide" Target="/ppt/slides/slide21.xml" Id="Rd28a6b0aa6e3410d" /><Relationship Type="http://schemas.openxmlformats.org/officeDocument/2006/relationships/slide" Target="/ppt/slides/slide22.xml" Id="Rc30f81a7dd774ab5" /><Relationship Type="http://schemas.openxmlformats.org/officeDocument/2006/relationships/slide" Target="/ppt/slides/slide23.xml" Id="R87bc216ae1974568" /><Relationship Type="http://schemas.openxmlformats.org/officeDocument/2006/relationships/slide" Target="/ppt/slides/slide24.xml" Id="R06665497ecde4ddc" /><Relationship Type="http://schemas.openxmlformats.org/officeDocument/2006/relationships/slide" Target="/ppt/slides/slide25.xml" Id="Re22e567bdcd646b0" /><Relationship Type="http://schemas.openxmlformats.org/officeDocument/2006/relationships/slide" Target="/ppt/slides/slide26.xml" Id="R2566c656eec742f3" /><Relationship Type="http://schemas.openxmlformats.org/officeDocument/2006/relationships/slide" Target="/ppt/slides/slide27.xml" Id="R76e448cf8b2e4d99" /><Relationship Type="http://schemas.openxmlformats.org/officeDocument/2006/relationships/slide" Target="/ppt/slides/slide28.xml" Id="Re5607fb1ada74b41" /><Relationship Type="http://schemas.openxmlformats.org/officeDocument/2006/relationships/slide" Target="/ppt/slides/slide29.xml" Id="R4c1e1857125443f5" /><Relationship Type="http://schemas.openxmlformats.org/officeDocument/2006/relationships/slide" Target="/ppt/slides/slide30.xml" Id="R4e24c57807c44643" /><Relationship Type="http://schemas.openxmlformats.org/officeDocument/2006/relationships/slide" Target="/ppt/slides/slide31.xml" Id="Rc7ab83cb0165492e" /><Relationship Type="http://schemas.openxmlformats.org/officeDocument/2006/relationships/slide" Target="/ppt/slides/slide32.xml" Id="R5ccdb95ffac7481d" /><Relationship Type="http://schemas.openxmlformats.org/officeDocument/2006/relationships/slide" Target="/ppt/slides/slide33.xml" Id="Rab28ecfae058431e" /><Relationship Type="http://schemas.openxmlformats.org/officeDocument/2006/relationships/slide" Target="/ppt/slides/slide34.xml" Id="R69d7e33d3034448d" /><Relationship Type="http://schemas.openxmlformats.org/officeDocument/2006/relationships/slide" Target="/ppt/slides/slide35.xml" Id="Rcca9f060393044d1" /><Relationship Type="http://schemas.openxmlformats.org/officeDocument/2006/relationships/slide" Target="/ppt/slides/slide36.xml" Id="R8dd6ceecffdc4bbc" /><Relationship Type="http://schemas.openxmlformats.org/officeDocument/2006/relationships/slide" Target="/ppt/slides/slide37.xml" Id="Rfcfbedf6b59d409a" /><Relationship Type="http://schemas.openxmlformats.org/officeDocument/2006/relationships/slide" Target="/ppt/slides/slide38.xml" Id="R9c17c86bd31748b3" /><Relationship Type="http://schemas.openxmlformats.org/officeDocument/2006/relationships/slide" Target="/ppt/slides/slide39.xml" Id="Rd5b4126882d642db" /><Relationship Type="http://schemas.openxmlformats.org/officeDocument/2006/relationships/slide" Target="/ppt/slides/slide40.xml" Id="R85bef1b1c075485b" /><Relationship Type="http://schemas.openxmlformats.org/officeDocument/2006/relationships/slide" Target="/ppt/slides/slide41.xml" Id="Refaf0c1218e94597" /><Relationship Type="http://schemas.openxmlformats.org/officeDocument/2006/relationships/slide" Target="/ppt/slides/slide42.xml" Id="R0d85791dd93b497a" /><Relationship Type="http://schemas.openxmlformats.org/officeDocument/2006/relationships/slide" Target="/ppt/slides/slide43.xml" Id="Rffc782f103ef4104" /><Relationship Type="http://schemas.openxmlformats.org/officeDocument/2006/relationships/slide" Target="/ppt/slides/slide44.xml" Id="R352af10fe46741b6" /><Relationship Type="http://schemas.openxmlformats.org/officeDocument/2006/relationships/slide" Target="/ppt/slides/slide45.xml" Id="R065c713040984d23" /><Relationship Type="http://schemas.openxmlformats.org/officeDocument/2006/relationships/slide" Target="/ppt/slides/slide46.xml" Id="R1f37edae642144c4" /><Relationship Type="http://schemas.openxmlformats.org/officeDocument/2006/relationships/slide" Target="/ppt/slides/slide47.xml" Id="R119270e73c6f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12e4c75725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d4f63d15dc4884" /><Relationship Type="http://schemas.openxmlformats.org/officeDocument/2006/relationships/notesMaster" Target="/ppt/notesMasters/notesMaster1.xml" Id="Ra6f015be5028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1053e4ebe24f24" /><Relationship Type="http://schemas.openxmlformats.org/officeDocument/2006/relationships/notesMaster" Target="/ppt/notesMasters/notesMaster1.xml" Id="Ra64a7cefd0ee46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e404ff842426d" /><Relationship Type="http://schemas.openxmlformats.org/officeDocument/2006/relationships/notesMaster" Target="/ppt/notesMasters/notesMaster1.xml" Id="Rf9c05a15c3c2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25a4d2da143ad" /><Relationship Type="http://schemas.openxmlformats.org/officeDocument/2006/relationships/notesMaster" Target="/ppt/notesMasters/notesMaster1.xml" Id="R95e93fceb00d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944581fbc48d3" /><Relationship Type="http://schemas.openxmlformats.org/officeDocument/2006/relationships/notesMaster" Target="/ppt/notesMasters/notesMaster1.xml" Id="R0931efc7e76048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267468474445b" /><Relationship Type="http://schemas.openxmlformats.org/officeDocument/2006/relationships/notesMaster" Target="/ppt/notesMasters/notesMaster1.xml" Id="Rab07430bdd9543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d3f5875c340f7" /><Relationship Type="http://schemas.openxmlformats.org/officeDocument/2006/relationships/notesMaster" Target="/ppt/notesMasters/notesMaster1.xml" Id="Re22c4d9c44e24f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15d580f3bd4d1f" /><Relationship Type="http://schemas.openxmlformats.org/officeDocument/2006/relationships/notesMaster" Target="/ppt/notesMasters/notesMaster1.xml" Id="R131b7523353247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08f7b8204b4461" /><Relationship Type="http://schemas.openxmlformats.org/officeDocument/2006/relationships/notesMaster" Target="/ppt/notesMasters/notesMaster1.xml" Id="Rd5be87f1b09e48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d6ff6db5574321" /><Relationship Type="http://schemas.openxmlformats.org/officeDocument/2006/relationships/notesMaster" Target="/ppt/notesMasters/notesMaster1.xml" Id="Ra7c65e99f31042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198f0a76148f8" /><Relationship Type="http://schemas.openxmlformats.org/officeDocument/2006/relationships/notesMaster" Target="/ppt/notesMasters/notesMaster1.xml" Id="R13afbdf94b0847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a4a72a0b864f46" /><Relationship Type="http://schemas.openxmlformats.org/officeDocument/2006/relationships/notesMaster" Target="/ppt/notesMasters/notesMaster1.xml" Id="Ra5253833385c4e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80fa190eb848db" /><Relationship Type="http://schemas.openxmlformats.org/officeDocument/2006/relationships/notesMaster" Target="/ppt/notesMasters/notesMaster1.xml" Id="Rde7ca848cfc342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1186997b5949b1" /><Relationship Type="http://schemas.openxmlformats.org/officeDocument/2006/relationships/notesMaster" Target="/ppt/notesMasters/notesMaster1.xml" Id="R5bd1d176162643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a08a260534465b" /><Relationship Type="http://schemas.openxmlformats.org/officeDocument/2006/relationships/notesMaster" Target="/ppt/notesMasters/notesMaster1.xml" Id="Rdeceb151b25f49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05e1f662864af1" /><Relationship Type="http://schemas.openxmlformats.org/officeDocument/2006/relationships/notesMaster" Target="/ppt/notesMasters/notesMaster1.xml" Id="R9bf1ef120f6d4e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249385a0a64e5e" /><Relationship Type="http://schemas.openxmlformats.org/officeDocument/2006/relationships/notesMaster" Target="/ppt/notesMasters/notesMaster1.xml" Id="R04e2ebc1afbc44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c44bea714d4c77" /><Relationship Type="http://schemas.openxmlformats.org/officeDocument/2006/relationships/notesMaster" Target="/ppt/notesMasters/notesMaster1.xml" Id="R6f738bbd001d44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4983061de847d7" /><Relationship Type="http://schemas.openxmlformats.org/officeDocument/2006/relationships/notesMaster" Target="/ppt/notesMasters/notesMaster1.xml" Id="R63e7b76a06084d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3d1832c0054367" /><Relationship Type="http://schemas.openxmlformats.org/officeDocument/2006/relationships/notesMaster" Target="/ppt/notesMasters/notesMaster1.xml" Id="R16faa98fd39946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813add8ad54fff" /><Relationship Type="http://schemas.openxmlformats.org/officeDocument/2006/relationships/notesMaster" Target="/ppt/notesMasters/notesMaster1.xml" Id="R6829f3ab38c84a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9c5dfdab3544de" /><Relationship Type="http://schemas.openxmlformats.org/officeDocument/2006/relationships/notesMaster" Target="/ppt/notesMasters/notesMaster1.xml" Id="R8e7a8582a3db46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a32b0810524ef3" /><Relationship Type="http://schemas.openxmlformats.org/officeDocument/2006/relationships/notesMaster" Target="/ppt/notesMasters/notesMaster1.xml" Id="R6f070cd11ed140b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45242436a54e63" /><Relationship Type="http://schemas.openxmlformats.org/officeDocument/2006/relationships/notesMaster" Target="/ppt/notesMasters/notesMaster1.xml" Id="R14e0c882b73747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41ffd486e741a9" /><Relationship Type="http://schemas.openxmlformats.org/officeDocument/2006/relationships/notesMaster" Target="/ppt/notesMasters/notesMaster1.xml" Id="Rc2519936d1d843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c69419921940f8" /><Relationship Type="http://schemas.openxmlformats.org/officeDocument/2006/relationships/notesMaster" Target="/ppt/notesMasters/notesMaster1.xml" Id="Redbec40354604ed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dee21f3ab4414d" /><Relationship Type="http://schemas.openxmlformats.org/officeDocument/2006/relationships/notesMaster" Target="/ppt/notesMasters/notesMaster1.xml" Id="R6eb51d4b41c04c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4057acd3b44d48" /><Relationship Type="http://schemas.openxmlformats.org/officeDocument/2006/relationships/notesMaster" Target="/ppt/notesMasters/notesMaster1.xml" Id="Rebc3e28b3a6347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c6a09a15f1c4a6a" /><Relationship Type="http://schemas.openxmlformats.org/officeDocument/2006/relationships/notesMaster" Target="/ppt/notesMasters/notesMaster1.xml" Id="R8b99e06cc42d408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21648f56e0445b8" /><Relationship Type="http://schemas.openxmlformats.org/officeDocument/2006/relationships/notesMaster" Target="/ppt/notesMasters/notesMaster1.xml" Id="Rbc67dd707a9747e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cffadfebdab4f56" /><Relationship Type="http://schemas.openxmlformats.org/officeDocument/2006/relationships/notesMaster" Target="/ppt/notesMasters/notesMaster1.xml" Id="R455326630ab9435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2f56d25e2cd417b" /><Relationship Type="http://schemas.openxmlformats.org/officeDocument/2006/relationships/notesMaster" Target="/ppt/notesMasters/notesMaster1.xml" Id="Rea5b3d914cd14d3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444294ba124408f" /><Relationship Type="http://schemas.openxmlformats.org/officeDocument/2006/relationships/notesMaster" Target="/ppt/notesMasters/notesMaster1.xml" Id="R22c3195ba9b04ad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a032b6545e413d" /><Relationship Type="http://schemas.openxmlformats.org/officeDocument/2006/relationships/notesMaster" Target="/ppt/notesMasters/notesMaster1.xml" Id="Rcf7f742cd08d4c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128972d9ea143ba" /><Relationship Type="http://schemas.openxmlformats.org/officeDocument/2006/relationships/notesMaster" Target="/ppt/notesMasters/notesMaster1.xml" Id="Rb4b50227b009458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16db46fc5a247bc" /><Relationship Type="http://schemas.openxmlformats.org/officeDocument/2006/relationships/notesMaster" Target="/ppt/notesMasters/notesMaster1.xml" Id="R51c1d8fae92c41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6eee9868104892" /><Relationship Type="http://schemas.openxmlformats.org/officeDocument/2006/relationships/notesMaster" Target="/ppt/notesMasters/notesMaster1.xml" Id="R4db2c44037e64d2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c0bf60653a144cc" /><Relationship Type="http://schemas.openxmlformats.org/officeDocument/2006/relationships/notesMaster" Target="/ppt/notesMasters/notesMaster1.xml" Id="Rd0d75478f4554a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b8492c3c2844b1" /><Relationship Type="http://schemas.openxmlformats.org/officeDocument/2006/relationships/notesMaster" Target="/ppt/notesMasters/notesMaster1.xml" Id="Rd7d6a782da704db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66849964f7344e7" /><Relationship Type="http://schemas.openxmlformats.org/officeDocument/2006/relationships/notesMaster" Target="/ppt/notesMasters/notesMaster1.xml" Id="Rb420d8b6c954492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61b013cec9a4b6a" /><Relationship Type="http://schemas.openxmlformats.org/officeDocument/2006/relationships/notesMaster" Target="/ppt/notesMasters/notesMaster1.xml" Id="R04a374f19b2b444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bcb8bd4c0014ed0" /><Relationship Type="http://schemas.openxmlformats.org/officeDocument/2006/relationships/notesMaster" Target="/ppt/notesMasters/notesMaster1.xml" Id="Rca2b7810841b485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9f6c86517614428" /><Relationship Type="http://schemas.openxmlformats.org/officeDocument/2006/relationships/notesMaster" Target="/ppt/notesMasters/notesMaster1.xml" Id="Rbc0bd22ab8c2467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2254ec21f6e4fae" /><Relationship Type="http://schemas.openxmlformats.org/officeDocument/2006/relationships/notesMaster" Target="/ppt/notesMasters/notesMaster1.xml" Id="R329d1c9f90c8427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04acd2c8a4744e5" /><Relationship Type="http://schemas.openxmlformats.org/officeDocument/2006/relationships/notesMaster" Target="/ppt/notesMasters/notesMaster1.xml" Id="R8825bee700cd445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c2b45b928b745d2" /><Relationship Type="http://schemas.openxmlformats.org/officeDocument/2006/relationships/notesMaster" Target="/ppt/notesMasters/notesMaster1.xml" Id="Re5c3feec0f4d414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988d61f2b234771" /><Relationship Type="http://schemas.openxmlformats.org/officeDocument/2006/relationships/notesMaster" Target="/ppt/notesMasters/notesMaster1.xml" Id="R805efd08cd44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요청: 첫 GS 인증과 나라장터 상품 등록을 위한 실무 지침서. 발표용이 아닌 독립적으로 읽고 실행할 문서. 회사는 30명 규모 소기업, 첫 제품 버전, 판매가격 없음. 내부망 설치형 영구 라이선스 선택. 가격·일정·지원 정책은 승인 전 제안이다. 조사일: 2026-09-23.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2: 문서의 적용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3: 실행 순서와 읽는 방법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4: 최단기 추진의 핵심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4주는 준비 목표의 예시이며 기관 공인 소요기간이 아니다. 기존 품질과 인력 투입에 따라 재산정한다.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5: 30명 회사의 담당 체계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인원은 권장 배치다. 현재 조직의 실제 여력으로 조정하며 총원 증원을 전제하지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6: 착수 후 5영업일 작업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7: 인뎁스의 인증 범위 초안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기능 제외 또는 노출·업무 흐름 변경은 프로젝트 지침상 사전 설명과 사용자 확인 후 구현한다.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8: 메뉴별 기능 목록 작성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9: 외부 연동과 AI 범위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10: 인증기관 선택과 상담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11: 사전상담 질의서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12: 신청 서류 준비표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G4: GS 품질인증 신청서, 시행규칙 별지 제5호 (공식 서식, 제출 시 현행본 확인)</a:t>
            </a:r>
          </a:p>
          <a:p xmlns:a="http://schemas.openxmlformats.org/drawingml/2006/main">
            <a:r>
              <a:t>https://law.go.kr/flDownload.do?bylClsCd=110202&amp;flSeq=133780841&amp;gubun=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13: 신청·계약·착수 절차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포털 버튼명은 개편될 수 있으므로 서비스명으로 찾고 접수번호를 확인한다. 이 문서로 실제 신청이나 결제를 수행한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14: 예산과 일정의 승인 항목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15: 시험환경 명세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16: 오프라인 설치 패키지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17: 제품설명서 목차와 작성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인뎁스용 권장 구조다. 기관이 제공하는 현행 인증기준 체크리스트에 대조하여 항목을 보완한다.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18: 사용자취급설명서 목차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19: 설치·관리자·운영 설명서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20: 사용자 매뉴얼 페이지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페이지는 집필 틀이다. 저장·취소의 실제 버튼명이나 아직 검증되지 않은 rollback 기능을 존재한다고 기술하지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21: 기능·문서·시험 추적표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22: 품질 시험 분야별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분야별 시험은 자체 준비용이다. 특정 내부 PASS 기준을 GS 공식 합격 기준으로 해석하지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23: 시험 데이터와 증빙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24: 업무 흐름 통합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25: 인증·인가와 데이터 격리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프로젝트 보안 지침에서 도출한 시험 계획이다. 현재 취약점이 발견됐다는 의미는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26: SQL·DML·편집 무결성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27: FLOW·캔버스·캐시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28: 분석 모델과 결과 정확성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29: 성능·대용량 시험 계획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30: 보안·OSS·배포 권리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31: 장애·복구·설치 재현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32: 결함 관리와 수정 우선순위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33: 공식 시험 제출 승인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34: 시험 착수일 운영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35: 기관 결함 보완과 회귀시험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36: 인증 결과 수령과 조달 인계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37: 인증 후 변경·사후관리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38: 산출물 폴더와 문서번호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39: 주요 산출물 완료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40: 소스 작업 백로그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41: 소스 작업 백로그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42: 바이브 코딩 작업 지시문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43: WORK 문서 생성 지시문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44: 자주 발생하는 지연과 예방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45: 첫 주 회의의 결정·완료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46: 공식 근거·자료 링크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47: 공식 근거·자료 링크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G4: GS 품질인증 신청서, 시행규칙 별지 제5호 (공식 서식, 제출 시 현행본 확인)</a:t>
            </a:r>
          </a:p>
          <a:p xmlns:a="http://schemas.openxmlformats.org/drawingml/2006/main">
            <a:r>
              <a:t>https://law.go.kr/flDownload.do?bylClsCd=110202&amp;flSeq=133780841&amp;gubun=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cd3554a304d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5d1049458e4248" /><Relationship Type="http://schemas.openxmlformats.org/officeDocument/2006/relationships/slideLayout" Target="/ppt/slideLayouts/slideLayout1.xml" Id="R5e39e3a576cf41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9e3a576cf41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c8f835d894eef" /><Relationship Type="http://schemas.openxmlformats.org/officeDocument/2006/relationships/notesSlide" Target="/ppt/notesSlides/notesSlide1.xml" Id="Rd39eebb103974b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88aef3ab34f4a" /><Relationship Type="http://schemas.openxmlformats.org/officeDocument/2006/relationships/notesSlide" Target="/ppt/notesSlides/notesSlide2.xml" Id="Re888168519c1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5c527eb28425a" /><Relationship Type="http://schemas.openxmlformats.org/officeDocument/2006/relationships/notesSlide" Target="/ppt/notesSlides/notesSlide3.xml" Id="R7a8d58207757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8ee295fc4894" /><Relationship Type="http://schemas.openxmlformats.org/officeDocument/2006/relationships/notesSlide" Target="/ppt/notesSlides/notesSlide4.xml" Id="R3aa7db1296ef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3d42950384bbb" /><Relationship Type="http://schemas.openxmlformats.org/officeDocument/2006/relationships/notesSlide" Target="/ppt/notesSlides/notesSlide5.xml" Id="R59349e022eca4c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5a412474f46f1" /><Relationship Type="http://schemas.openxmlformats.org/officeDocument/2006/relationships/notesSlide" Target="/ppt/notesSlides/notesSlide6.xml" Id="R8f8a8cf02fec46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812e13ec4350" /><Relationship Type="http://schemas.openxmlformats.org/officeDocument/2006/relationships/notesSlide" Target="/ppt/notesSlides/notesSlide7.xml" Id="Redd1554d9d1a4c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b6ffce6c140d9" /><Relationship Type="http://schemas.openxmlformats.org/officeDocument/2006/relationships/notesSlide" Target="/ppt/notesSlides/notesSlide8.xml" Id="R794c564984d942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1a8d4813142b1" /><Relationship Type="http://schemas.openxmlformats.org/officeDocument/2006/relationships/notesSlide" Target="/ppt/notesSlides/notesSlide9.xml" Id="Rda5b1a337a1041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67037effd4e94" /><Relationship Type="http://schemas.openxmlformats.org/officeDocument/2006/relationships/notesSlide" Target="/ppt/notesSlides/notesSlide10.xml" Id="R12ba38eb84394e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44770e5f24831" /><Relationship Type="http://schemas.openxmlformats.org/officeDocument/2006/relationships/notesSlide" Target="/ppt/notesSlides/notesSlide11.xml" Id="Rd4fa22214d424c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1d7904ea54dc9" /><Relationship Type="http://schemas.openxmlformats.org/officeDocument/2006/relationships/notesSlide" Target="/ppt/notesSlides/notesSlide12.xml" Id="R4df1fa0b8fb542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ad758f75740e9" /><Relationship Type="http://schemas.openxmlformats.org/officeDocument/2006/relationships/notesSlide" Target="/ppt/notesSlides/notesSlide13.xml" Id="R76e6a0e1c21147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55951426f4168" /><Relationship Type="http://schemas.openxmlformats.org/officeDocument/2006/relationships/notesSlide" Target="/ppt/notesSlides/notesSlide14.xml" Id="R6f56a824c2cc42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956934c754b5e" /><Relationship Type="http://schemas.openxmlformats.org/officeDocument/2006/relationships/notesSlide" Target="/ppt/notesSlides/notesSlide15.xml" Id="R685f8140470b4c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3e3d810ec4ced" /><Relationship Type="http://schemas.openxmlformats.org/officeDocument/2006/relationships/notesSlide" Target="/ppt/notesSlides/notesSlide16.xml" Id="R9504d2e7beaa4f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fc71fe47b44c1" /><Relationship Type="http://schemas.openxmlformats.org/officeDocument/2006/relationships/notesSlide" Target="/ppt/notesSlides/notesSlide17.xml" Id="R742d7ac2b83549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404bfc7344976" /><Relationship Type="http://schemas.openxmlformats.org/officeDocument/2006/relationships/notesSlide" Target="/ppt/notesSlides/notesSlide18.xml" Id="R1a3d0731112640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5f1959a7a4a8f" /><Relationship Type="http://schemas.openxmlformats.org/officeDocument/2006/relationships/notesSlide" Target="/ppt/notesSlides/notesSlide19.xml" Id="Re572a1a5fb634c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e0431f204ff6" /><Relationship Type="http://schemas.openxmlformats.org/officeDocument/2006/relationships/notesSlide" Target="/ppt/notesSlides/notesSlide20.xml" Id="Rbe3cd65c85e042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98454e4ef4b23" /><Relationship Type="http://schemas.openxmlformats.org/officeDocument/2006/relationships/notesSlide" Target="/ppt/notesSlides/notesSlide21.xml" Id="R7d174462d8b44a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0e4d9e9c647f4" /><Relationship Type="http://schemas.openxmlformats.org/officeDocument/2006/relationships/notesSlide" Target="/ppt/notesSlides/notesSlide22.xml" Id="Rf0a847ffaf6149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fc99363fe440a" /><Relationship Type="http://schemas.openxmlformats.org/officeDocument/2006/relationships/notesSlide" Target="/ppt/notesSlides/notesSlide23.xml" Id="Rd7dc588316d3415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a0c7977364125" /><Relationship Type="http://schemas.openxmlformats.org/officeDocument/2006/relationships/notesSlide" Target="/ppt/notesSlides/notesSlide24.xml" Id="Rc08756afe3bd4b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e95a338d4bd8" /><Relationship Type="http://schemas.openxmlformats.org/officeDocument/2006/relationships/notesSlide" Target="/ppt/notesSlides/notesSlide25.xml" Id="R6d940d9a405441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e6ab0e46c453b" /><Relationship Type="http://schemas.openxmlformats.org/officeDocument/2006/relationships/notesSlide" Target="/ppt/notesSlides/notesSlide26.xml" Id="R577e83b403c345a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0ad5535f64611" /><Relationship Type="http://schemas.openxmlformats.org/officeDocument/2006/relationships/notesSlide" Target="/ppt/notesSlides/notesSlide27.xml" Id="R2b5b032413d148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e44cd2ed54740" /><Relationship Type="http://schemas.openxmlformats.org/officeDocument/2006/relationships/notesSlide" Target="/ppt/notesSlides/notesSlide28.xml" Id="Rc4442e22784b48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cf462dfd3415f" /><Relationship Type="http://schemas.openxmlformats.org/officeDocument/2006/relationships/notesSlide" Target="/ppt/notesSlides/notesSlide29.xml" Id="R370f9b0641574e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b026b4d164e4c" /><Relationship Type="http://schemas.openxmlformats.org/officeDocument/2006/relationships/notesSlide" Target="/ppt/notesSlides/notesSlide30.xml" Id="Ra9eef6cd225449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905e427b24d61" /><Relationship Type="http://schemas.openxmlformats.org/officeDocument/2006/relationships/notesSlide" Target="/ppt/notesSlides/notesSlide31.xml" Id="R8d603d4e16944a7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d6354e3b14da5" /><Relationship Type="http://schemas.openxmlformats.org/officeDocument/2006/relationships/notesSlide" Target="/ppt/notesSlides/notesSlide32.xml" Id="Rfcb5cac3a3b4404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f38d16dbf448f" /><Relationship Type="http://schemas.openxmlformats.org/officeDocument/2006/relationships/notesSlide" Target="/ppt/notesSlides/notesSlide33.xml" Id="Rfb7e97f5fcdb436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4f1c7eb84875" /><Relationship Type="http://schemas.openxmlformats.org/officeDocument/2006/relationships/notesSlide" Target="/ppt/notesSlides/notesSlide34.xml" Id="R56db3bd3ac074a8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0e0f24bce4b4f" /><Relationship Type="http://schemas.openxmlformats.org/officeDocument/2006/relationships/notesSlide" Target="/ppt/notesSlides/notesSlide35.xml" Id="R46d699e9430044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eee30cf84633" /><Relationship Type="http://schemas.openxmlformats.org/officeDocument/2006/relationships/notesSlide" Target="/ppt/notesSlides/notesSlide36.xml" Id="Ree876874af1e4c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a7c364fea4fb8" /><Relationship Type="http://schemas.openxmlformats.org/officeDocument/2006/relationships/notesSlide" Target="/ppt/notesSlides/notesSlide37.xml" Id="Rc387e3c203174b8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23fcb275a481a" /><Relationship Type="http://schemas.openxmlformats.org/officeDocument/2006/relationships/notesSlide" Target="/ppt/notesSlides/notesSlide38.xml" Id="R4cb30b86898f48b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fa4abd744b36" /><Relationship Type="http://schemas.openxmlformats.org/officeDocument/2006/relationships/notesSlide" Target="/ppt/notesSlides/notesSlide39.xml" Id="R0a221db4ac684ff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e56e200654d08" /><Relationship Type="http://schemas.openxmlformats.org/officeDocument/2006/relationships/notesSlide" Target="/ppt/notesSlides/notesSlide40.xml" Id="Ra83f123b201c437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c87446bbc4d47" /><Relationship Type="http://schemas.openxmlformats.org/officeDocument/2006/relationships/notesSlide" Target="/ppt/notesSlides/notesSlide41.xml" Id="Rc90cb6416f7c46a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6b3853af490e" /><Relationship Type="http://schemas.openxmlformats.org/officeDocument/2006/relationships/notesSlide" Target="/ppt/notesSlides/notesSlide42.xml" Id="R1742afcc50ad44e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38ccf9dcf41cf" /><Relationship Type="http://schemas.openxmlformats.org/officeDocument/2006/relationships/notesSlide" Target="/ppt/notesSlides/notesSlide43.xml" Id="Rbb6a5851d3e54f4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0ea14897941a0" /><Relationship Type="http://schemas.openxmlformats.org/officeDocument/2006/relationships/notesSlide" Target="/ppt/notesSlides/notesSlide44.xml" Id="R6d9e8dddca58481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f693c6c70463e" /><Relationship Type="http://schemas.openxmlformats.org/officeDocument/2006/relationships/notesSlide" Target="/ppt/notesSlides/notesSlide45.xml" Id="R81fb6b56a4b7496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cfb5bef354274" /><Relationship Type="http://schemas.openxmlformats.org/officeDocument/2006/relationships/notesSlide" Target="/ppt/notesSlides/notesSlide46.xml" Id="Rd44129c5a42c4ac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443331c145a8" /><Relationship Type="http://schemas.openxmlformats.org/officeDocument/2006/relationships/notesSlide" Target="/ppt/notesSlides/notesSlide47.xml" Id="Rd04ee9136154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5BB30-C016-4738-8AAC-E25104D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6E7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D6E75"/>
                </a:solidFill>
                <a:latin typeface="Malgun Gothic"/>
                <a:ea typeface="Malgun Gothic"/>
                <a:cs typeface="Malgun Gothic"/>
              </a:rPr>
              <a:t>INIT Data Editing System  인뎁스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6EFF5-10B0-4FDE-A8DE-6EA184DA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90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GS 인증 준비·실행 매뉴얼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6BEBA-07B2-4E8B-849A-588480F1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381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INIT Data Editing System (인뎁스)</a:t>
            </a:r>
          </a:p>
          <a:p xmlns:a="http://schemas.openxmlformats.org/drawingml/2006/main">
            <a:pPr>
              <a:def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첫 제품 출시를 위한 신청, 문서, 시험, 보완 작업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3C00B-2561-496B-8486-8D47CE8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1381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30명 규모 소기업 · 기관 내부망 설치형 · 영구 라이선스</a:t>
            </a:r>
          </a:p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작성 기준 2026.09.23 · 실무 실행안 v1.0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9D452-4F4B-462A-A412-B038505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D6E7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D6E75"/>
                </a:solidFill>
                <a:latin typeface="Malgun Gothic"/>
                <a:ea typeface="Malgun Gothic"/>
                <a:cs typeface="Malgun Gothic"/>
              </a:rPr>
              <a:t>실행 작업 · 담당 역할 · 산출물 · 완료 기준</a:t>
            </a:r>
          </a:p>
        </p:txBody>
      </p:sp>
    </p:spTree>
    <p:extLst>
      <p:ext uri="{BB962C8B-B14F-4D97-AF65-F5344CB8AC3E}">
        <p14:creationId xmlns:p14="http://schemas.microsoft.com/office/powerpoint/2010/main" val="1844122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92E85-B44A-441B-9E75-66686880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문서의 적용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9D1D0-293D-4BF8-BEFD-ADB1BAC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공식 요건, 회사 결정, 권장안의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전제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30명 수준 소기업, 첫 제품 버전, 판매가격 미정. 첫 공공 판매는 내부망 설치형 영구 라이선스.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기준 제안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제품명은 “INIT Data Editing System (인뎁스) v1.0”을 초안으로 사용. 대표 승인 후 모든 문서에 통일.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/ 승인 필요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요건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신청서, 제품설명서, 사용자취급설명서와 시험 대상 SW를 제출. 기관별 추가 자료·계약 양식은 상담 시 수령.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G1·G2·G4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기간·비용·합격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문서의 일정은 내부 목표. 시험 대기, 결함, 심의에 따라 달라지며 합격이나 최단 소요일을 보장하지 않음.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견적·일정 서면 확정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점검 수준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구조·메뉴·의존성 명세를 정적으로 확인. 보안·성능 적합 판정과 전체 기능 시험은 아직 수행하지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 / 기준일 현황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BEE5C-23E4-4D89-BAE2-14DF2E6F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G2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5417-ECCA-41E0-8FC3-98FB8D1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9793C-040A-47E2-A41C-6982B211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02 / 47</a:t>
            </a:r>
          </a:p>
        </p:txBody>
      </p:sp>
    </p:spTree>
    <p:extLst>
      <p:ext uri="{BB962C8B-B14F-4D97-AF65-F5344CB8AC3E}">
        <p14:creationId xmlns:p14="http://schemas.microsoft.com/office/powerpoint/2010/main" val="1622138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1961B-F4CC-46B4-B1E9-3F6A7F74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실행 순서와 읽는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B3F7-A4C4-42BB-A2CD-C850423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각 표의 작업을 티켓으로 만들고 완료 증빙을 연결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준비와 접수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 지정, 제품 범위와 시험환경 확정, 기관 상담, 신청서·계약·수수료 처리.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GS-01~GS-05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문서와 제품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패키지, 제품·사용자·운영 설명서, 기능 목록과 추적표를 같은 버전으로 작성.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GS-06~GS-10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자체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흐름, 권한, SQL, 복구, 성능, 외부 연동을 검증하고 결함별 증빙 저장.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GS-11~GS-18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공식 시험 대응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제출본 동결, 시험자 지원, 결함 수정·회귀시험, 최종본·인증서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GS-19~GS-22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조달 인계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범위와 동일한 상품 규격, 라이선스, 가격·거래실적 준비. 두 번째 PPT와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G2B-01부터 병행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856EA-DECA-41C0-9057-D56FFA5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D3B19-DFED-4515-996C-DCD9769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1B648-9B75-49A0-B3F0-91A7A8C8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03 / 47</a:t>
            </a:r>
          </a:p>
        </p:txBody>
      </p:sp>
    </p:spTree>
    <p:extLst>
      <p:ext uri="{BB962C8B-B14F-4D97-AF65-F5344CB8AC3E}">
        <p14:creationId xmlns:p14="http://schemas.microsoft.com/office/powerpoint/2010/main" val="2067039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86213-23CB-418B-B274-09D51A8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최단기 추진의 핵심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70B49-149B-42FD-BA70-DE8429EA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준비 4주 초안 / 기관 시험·심의 기간은 별도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상담을 즉시 접수하고 동시에 기능·운영환경·제품명 확정. 깨끗한 서버 설치부터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범위서, 견적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매뉴얼 초안과 전체 기능 시험 수행. 권한·데이터 손실·설치 실패를 우선 해결.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설명서 v0.8, 결함표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회귀시험과 성능·복구 시험. 문서만 보고 다른 직원이 설치·사용하는 시험 실시.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증빙, 설명서 v0.9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제출본 승인, 해시·버전 고정, 신청·계약 조건에 맞춰 전달. 준비 완료일로 시험 시작일 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제출 패키지 v1.0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시험 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당일 결함 분류, 검증된 패치 묶음 제공. 거래실적 확보·조달 서류는 영업·관리팀이 병행.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요인: 보완 횟수·대기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538F3-8BCA-4BFC-8153-B856A9AB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FBDA6-4562-4145-A907-19C7CD3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33C21-5E74-49BC-9A5E-A24431DC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04 / 47</a:t>
            </a:r>
          </a:p>
        </p:txBody>
      </p:sp>
    </p:spTree>
    <p:extLst>
      <p:ext uri="{BB962C8B-B14F-4D97-AF65-F5344CB8AC3E}">
        <p14:creationId xmlns:p14="http://schemas.microsoft.com/office/powerpoint/2010/main" val="857792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FE635-AD26-4B2B-8F62-2E10479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30명 회사의 담당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EE431-7AA5-4447-85D1-2899E2B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겸직 가능 / 작성자와 최종 확인자는 분리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대표·제품 책임자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기능, 예산, 상품명·버전 승인. 시험 중 기능 추가 요구를 통제.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승인 1명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PM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창구 단일화, 신청·견적·일정 관리, 매일 결함·산출물 상태 갱신.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전담 또는 0.5~1명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백엔드·DB, 프론트·FLOW 담당 배정. 수정 영향과 rollback 절차를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개발 2~3명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QA·문서 담당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재현·회귀시험, 화면 캡처·매뉴얼 동기화, 제출본 품질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1명 + 문서 0.5명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운영·영업·관리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오프라인 설치·복구, 저작권·OSS, 조달 자격·가격·실적 증빙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역할별 주담당·백업 지정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5D2DC-9C38-471D-9A2A-B6DB7D52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73EAC-814F-47E6-B6F5-30BEE6F6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A5D93-84CC-4351-918F-6D54363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05 / 47</a:t>
            </a:r>
          </a:p>
        </p:txBody>
      </p:sp>
    </p:spTree>
    <p:extLst>
      <p:ext uri="{BB962C8B-B14F-4D97-AF65-F5344CB8AC3E}">
        <p14:creationId xmlns:p14="http://schemas.microsoft.com/office/powerpoint/2010/main" val="835611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0000C-5B78-457B-9BA8-9A0FBEB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착수 후 5영업일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6B878-6651-4500-8D16-B76776E4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GS-01 / PM이 매일 완료 여부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대표·PM·개발·QA 회의. 기능 목록을 화면 기준으로 추출하고 미완성·외부 의존 기능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범위서 초안 + 역할표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상담자료로 인증기관에 범위·견적·가장 빠른 착수일 문의. 신청 창구·양식 확보.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접수번호 + 질의표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OS·Oracle·브라우저 후보 중 실제 검증할 조합 결정. 신규 시험 VM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환경명세 + 설치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업무 1회 실행, 권한 분리·수정 취소·장애 복구의 치명 결함 수집.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제품명·버전·제공 범위 승인, 내부 일정 재산정. 유상 초기 고객 발굴 계획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기준선 + 일정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8DC8B-5852-496A-9AF5-0BC5E5A2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10314-B283-40AC-B51B-0DDEB4C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0E6F6-9FC2-481F-A371-AA58D151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06 / 47</a:t>
            </a:r>
          </a:p>
        </p:txBody>
      </p:sp>
    </p:spTree>
    <p:extLst>
      <p:ext uri="{BB962C8B-B14F-4D97-AF65-F5344CB8AC3E}">
        <p14:creationId xmlns:p14="http://schemas.microsoft.com/office/powerpoint/2010/main" val="1991421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5F0F3-0BF3-4866-83BD-5D91D981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인뎁스의 인증 범위 초안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A7F2D-B3EC-447E-BC51-120A9FC9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GS-02 / 실제 메뉴와 제공 패키지에 맞춰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제품 구조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서버, 정적 웹 화면, 시스템 DB, Oracle Target DB를 한 제품의 설치·운영 범위로 기술.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R1에서 구조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업무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프로젝트·시나리오, 파일 업로드·대상 선택, 규칙 발굴·검증, 편집·배포, 보고서.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후보 / 전 기능 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기능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계정·권한, DB 연결, 시스템·모델 관리. 관리자 전용 API까지 시험 범위에 포함.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운영에 필요한 기능 포함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범위 결정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Quick Edit, 혼합형 XAI, 외부 API·LLM·모델 학습을 출시판에 넣을지 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 시 실행 경로도 검토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통제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미완성 기능은 설명서에서 삭제만 하지 말고 제공물·UI·서버 동작과 일치시키기.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 제품 책임자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33C42-ED93-415A-A1FB-E641B637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C91D6-6A71-4E24-9430-1E286898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CC878-259D-4CFA-97FE-62B07354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07 / 47</a:t>
            </a:r>
          </a:p>
        </p:txBody>
      </p:sp>
    </p:spTree>
    <p:extLst>
      <p:ext uri="{BB962C8B-B14F-4D97-AF65-F5344CB8AC3E}">
        <p14:creationId xmlns:p14="http://schemas.microsoft.com/office/powerpoint/2010/main" val="1664127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C5294-421D-49DD-9AF6-C1D5301E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메뉴별 기능 목록 작성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5628E-865E-431D-8C51-2419953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GS-02 / 화면마다 정상·오류·권한·한계 항목 작성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M01001~M02002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프로젝트/시나리오 관리, 업로드, Target 테이블 선택. 파일 크기·인코딩·데이터 유형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F-PROJ / F-UPLOAD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M03001~M04002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유형·상관·규칙 발굴·위반 탐지, FLOW 실행·분석. 실행 단위와 모델 입력·출력 정의.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F-ANLY / F-FLOW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M05001~M05003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승인, 오류 수정, 운영 배포. 미리보기·확정·취소·재실행 결과를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F-EDIT / F-DEPLOY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M06001~M06002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기본·맞춤 보고서. 필터·집계 일치, PDF 한글·페이지 방향·대용량 제한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F-REPORT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M900xx·M910xx·M990xx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모델·개인설정·관리자 기능. 사용자별 허용 동작과 연결 DB의 권한 관계를 작성.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F-ADMIN / F-MODEL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A2E41-7010-436E-BEBC-C4D09B0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BB144-0B18-40D8-9551-1B7C2B96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DCD08-583C-4C20-BEF6-A4531443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08 / 47</a:t>
            </a:r>
          </a:p>
        </p:txBody>
      </p:sp>
    </p:spTree>
    <p:extLst>
      <p:ext uri="{BB962C8B-B14F-4D97-AF65-F5344CB8AC3E}">
        <p14:creationId xmlns:p14="http://schemas.microsoft.com/office/powerpoint/2010/main" val="1404307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30FCF-CB20-4E53-BF1D-B8FCD97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외부 연동과 AI 범위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47E05-8E8F-4B25-85BE-75D988C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GS-02 / 내부망 배포와 재현 가능한 시험 우선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 차단 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API·모델 다운로드 없이 핵심 업무가 가능한지 확인. 필수 외부 통신은 목적·대상·포트를 명시.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운영·개발 / 통신 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모델 포함 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이름·버전·사용권·요금·키 발급 책임, 장애·시간초과 때 동작을 문서화.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 명세 + 오류 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결과 표현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탐지 후보·신뢰지표·적용 조건과 한계를 설명. 정확도 수치는 검증 데이터·방법과 함께 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성능·정확도 근거표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재현성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seed, 모델 버전, 파라미터, 전처리, 입력 해시를 기록하고 출력 허용차를 정함.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시험데이터 + 로그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분류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기능 탑재만으로 인공지능(AI)소프트웨어 세부품명에 해당한다고 판단하지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 분류 사전상담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0D49E-CA7A-47D3-B233-2CCAA0ED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D80F6-2EC6-4820-85B2-22239DB5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26C75-FEEA-4358-A3CA-3A6B7126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09 / 47</a:t>
            </a:r>
          </a:p>
        </p:txBody>
      </p:sp>
    </p:spTree>
    <p:extLst>
      <p:ext uri="{BB962C8B-B14F-4D97-AF65-F5344CB8AC3E}">
        <p14:creationId xmlns:p14="http://schemas.microsoft.com/office/powerpoint/2010/main" val="680374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10C7A-A3DB-4181-B285-1F27F120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인증기관 선택과 상담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F1670-03EE-4AD3-90AD-B806DC9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GS-03 / 동일 범위로 비교하고 한 기관을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기준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SW 유형의 지정 범위, 가장 빠른 시험 착수일, 환경 제공 방식, 문서 피드백, 총비용.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 / 기관 비교표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상담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TTA GS 1등급 포털과 KTC GS 안내를 활용. 다른 지정기관도 해당 분야·일정 확인 후 비교.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출처 G2·G3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보낼 자료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소개 2~3쪽, 기능 목록, 설명서 초안, 환경·연동 구조, 목표 출시일, 문의 목록.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상담자료 ZIP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받을 답변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시험범위, 등급, 적용 기준판, 시작 가능일, 추가 자료, 수정·회귀 조건과 비용.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회신 원문 보관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가격만 비교하지 말고 준비 완료일과 시험 착수일을 맞춤. 계약 조건을 대표 승인.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상담결과·견적·선정기록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B7537-9DE4-4DA7-9B0C-B7774D85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44EE4-E7E1-409D-854C-6E877579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21ECF-B6FD-460C-A0CC-2BD8DF97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10 / 47</a:t>
            </a:r>
          </a:p>
        </p:txBody>
      </p:sp>
    </p:spTree>
    <p:extLst>
      <p:ext uri="{BB962C8B-B14F-4D97-AF65-F5344CB8AC3E}">
        <p14:creationId xmlns:p14="http://schemas.microsoft.com/office/powerpoint/2010/main" val="1686320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81968-B418-4CA2-881B-7C82BFBF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사전상담 질의서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E904C-8537-4EC6-8F59-FA4A848F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GS-03 / 아래 항목을 한 번에 질의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대상·등급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인뎁스 v1.0 설치형 제품의 GS 1등급 가능 범위, Quick Edit·분석 모델·외부 API 포함 방법은?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확인값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문서·기준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신청서와 제품·사용자 설명서 양식, 적용 GS 기준판, 문서 사전검토 가능 여부는?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 파일명·개정일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버전·라이선스, 서버·DB 제공 책임, 원격 지원, 폐쇄망과 데이터 반입 방식은?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책임·반입 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일정·비용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착수 가능일, 예상 시험 기간, 심의 일정, 할인, 재시험·범위 변경·중단 비용 조건은?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금액·VAT·유효기간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후 변경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추가·OS/DB 변경·버전 변경 시 변경신청 또는 재인증 판단 절차와 표시 범위는?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서면 안내 + 관리담당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EBF18-0167-4137-801C-D299D2C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00965-A3E9-4527-B193-306D5F1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8D30-3EB9-430B-AA8B-5292A5B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11 / 47</a:t>
            </a:r>
          </a:p>
        </p:txBody>
      </p:sp>
    </p:spTree>
    <p:extLst>
      <p:ext uri="{BB962C8B-B14F-4D97-AF65-F5344CB8AC3E}">
        <p14:creationId xmlns:p14="http://schemas.microsoft.com/office/powerpoint/2010/main" val="21398068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ABE96-CEBE-472D-81C9-D375B3B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신청 서류 준비표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13546-7FA3-4474-9634-E74E30C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GS-04 / 법정 필수와 기관 요청 자료를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법정 신청 묶음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별지 제5호 신청서 + 제품설명서 + 사용자취급설명서 + 대상 SW + 고시상 추가서류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G1·G4 /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신청자 정보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법인명·사업자번호·대표자·주소·담당자, 제품명·버전·개발정보를 증빙과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오탈자 0건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요청 자료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사업자등록증, 위임·동의·계약서, 기능목록 등은 기관이 안내한 최신 목록으로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기관별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첨부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설치파일, 설치·제거 절차, 환경표, 계정 역할표, 시험데이터, 라이선스, 외부 연동 설명.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개발·운영 / 제출목록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이력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파일명·문서버전·해시·제출일·수신자·접수번호를 관리. 비밀번호 전달은 별도 보안 경로.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제출대장 + 접수증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C4DE4-B995-4723-AD93-A4CE1F2C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G2 · G4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2A311-EC76-4B59-BD58-340D2C87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0349B-F185-4E42-AEEC-29866EA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12 / 47</a:t>
            </a:r>
          </a:p>
        </p:txBody>
      </p:sp>
    </p:spTree>
    <p:extLst>
      <p:ext uri="{BB962C8B-B14F-4D97-AF65-F5344CB8AC3E}">
        <p14:creationId xmlns:p14="http://schemas.microsoft.com/office/powerpoint/2010/main" val="16198371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690C9-56DF-42DA-8548-D602C98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신청·계약·착수 절차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B3923-22B3-4E01-8E4A-A72E833E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GS-04 / TTA 공개 절차 기준, 기관별 화면은 최신 안내 적용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사전상담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포털에서 해당 서비스·상담 경로 확인 후 상담자료 전달. 비용·범위를 서면 회신받음.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접수·견적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신청·계약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안내에 따라 신청서와 대상 문서 제출, 계약·합의 내용 확인, 법인 승인·서명.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완료·계약 사본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수수료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견적서 납부방법으로 결제하고 세금계산서·납부 증빙 수령. 할인 자격 서류를 먼저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지급·회계 처리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시험 준비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시험자와 착수일·서버·DB·데이터·설치 담당을 합의. 상담 후 중대한 범위 변경은 재협의.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시험환경 인수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 시험·심의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설치·제품 분석·시험·결함 보완·회귀시험 후 심의. 통과 시 결과물 수령.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시험성적서·결과서·인증서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398C7-E8BB-4656-89B3-02C8EF82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11345-C730-4595-9DD6-6AA4612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C80EF-F417-4A0D-ADFF-EE989038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13 / 47</a:t>
            </a:r>
          </a:p>
        </p:txBody>
      </p:sp>
    </p:spTree>
    <p:extLst>
      <p:ext uri="{BB962C8B-B14F-4D97-AF65-F5344CB8AC3E}">
        <p14:creationId xmlns:p14="http://schemas.microsoft.com/office/powerpoint/2010/main" val="1373506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C111F-27DC-47D8-883E-25C3289F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예산과 일정의 승인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82BD7-3955-44F9-B2BC-DEC1F24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GS-05 / 정액 수수료와 합격일을 임의 확정하지 않음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비용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시험·인증 기본료, 추가 시험·회귀 조건, VAT, 장비·DB 사용료, 출장·배송비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견적 원본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비용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보완, QA·문서, 설치 지원, 시험 데이터·VM 비용을 담당자 투입일로 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인일 × 내부 단가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재작업 예비비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결함 또는 범위 변경에 대비한 예산과 담당자 여유시간 확보.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승인 한도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대기와 실행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TTA 공개 평균대기는 10~15일이나 확약이 아님. 실제 시작일·시험·심의 기간을 각각 협의.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조회 시점 안내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지원사업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지역·기관 지원공고가 있을 때 신청 전 지출 인정·중복지원·지급조건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전 지원금 차감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B9E94-D837-47DE-82EF-15B8139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38A97-6E4B-4660-9A33-5242EA14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9E963-03B1-4DDC-BD9D-C8CE0D3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14 / 47</a:t>
            </a:r>
          </a:p>
        </p:txBody>
      </p:sp>
    </p:spTree>
    <p:extLst>
      <p:ext uri="{BB962C8B-B14F-4D97-AF65-F5344CB8AC3E}">
        <p14:creationId xmlns:p14="http://schemas.microsoft.com/office/powerpoint/2010/main" val="650541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E8112-03E7-4AB4-A0A6-E5E89650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시험환경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61CE0-355B-448F-BF43-54DEB159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GS-06 / 환경 하나를 끝까지 재현할 수 있어야 함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서버·런타임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에디션·빌드, CPU/RAM/디스크, Python·패키지 버전, 시작·종료 방법 기재.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환경표 + 설치 로그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구성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DB와 Target DB 구분, DB 버전·문자셋·스키마·권한·드라이버 모드를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DBA 검토 / 비밀 제외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브라우저·버전·화면 해상도·언어를 명시. 지원 선언한 조합으로 기본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 결과표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네트워크·계정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접속 경로·포트·TLS, 관리자/일반/타사용자 시험계정, 외부 연결과 차단 조건 정의.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역할표·통신표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보장 범위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최소사양·권장사양·검증사양을 구분. 동시 사용자·업로드·분석 제한은 측정 후 확정.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제품설명서와 동일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875A4-9F94-49D9-9070-D3CD944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A5CB-5583-4139-9CD6-E8B8166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16DAB-3766-4055-82A9-0CADA9D8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15 / 47</a:t>
            </a:r>
          </a:p>
        </p:txBody>
      </p:sp>
    </p:spTree>
    <p:extLst>
      <p:ext uri="{BB962C8B-B14F-4D97-AF65-F5344CB8AC3E}">
        <p14:creationId xmlns:p14="http://schemas.microsoft.com/office/powerpoint/2010/main" val="4148756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121CB-00C0-4C55-B646-36FCE2CD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오프라인 설치 패키지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30725-C0AE-462A-BBD9-FFC8A8C1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GS-06 / 새 서버에서 인터넷 없이 설치·실행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파일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버전이 고정된 서버·웹 리소스, Python 의존성, 실행 스크립트와 체크섬을 묶음.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release manifest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런타임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생성용 Node·Chromium·글꼴 등 필요한 런타임을 식별하고 재배포 권리를 검토.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의존성·라이선스 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설정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 없는 설정 템플릿 제공. 초기 관리자·암호화키는 고객 환경에서 생성·보관.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설정값 설명서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설치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설치와 기존 DB 업그레이드를 분리. 사전 백업·권한·적용 순서·복구를 문서화.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DBA 실행기록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증명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QA가 개발 PC 도움 없이 설치, 로그인·업로드·편집·보고서·재시작까지 수행.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clean-install 결과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4218E-3FC2-43D7-8A21-36892156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822F2-BA2D-44BA-AA25-ABAF5CEA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836B8-7F92-4A7C-B309-845CB3D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16 / 47</a:t>
            </a:r>
          </a:p>
        </p:txBody>
      </p:sp>
    </p:spTree>
    <p:extLst>
      <p:ext uri="{BB962C8B-B14F-4D97-AF65-F5344CB8AC3E}">
        <p14:creationId xmlns:p14="http://schemas.microsoft.com/office/powerpoint/2010/main" val="1292629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02A2E-5045-43D3-969D-3EC1AE91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제품설명서 목차와 작성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40A53-EE5D-484F-BF04-88F12458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GS-07 / 구매자가 기능과 제약을 판단하는 문서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제품 식별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제품명·버전·문서번호·발행일·제조사·공급자·연락처·사용권·지원기간.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화면·패키지와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목적·기능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대상, 업무 범위, 메뉴별 기능, 입력·출력, 역할별 권한, 외부 연동.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기능목록 ID 연결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운영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HW/SW/DB/브라우저·네트워크 조건, 필수 타사 제품과 별도 구매 여부.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환경명세 근거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품질·제약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용량·응답 목표·오류 처리·복구·보안·알려진 제약. 성능은 시험 조건을 함께 표기.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증빙 연결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공급·지원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제공물, 백업 책임, 하자·유지관리 구분, 문의·업데이트·변경 정책.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계약·라이선스와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2F0BA-AF4E-48B2-A6DB-DBB0D791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A7545-EEA4-4542-BAEA-75254CDA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FE4B2-EEC4-41EC-952C-473BAFF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17 / 47</a:t>
            </a:r>
          </a:p>
        </p:txBody>
      </p:sp>
    </p:spTree>
    <p:extLst>
      <p:ext uri="{BB962C8B-B14F-4D97-AF65-F5344CB8AC3E}">
        <p14:creationId xmlns:p14="http://schemas.microsoft.com/office/powerpoint/2010/main" val="20823561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6EA97-B4AD-4F44-A529-B14398E8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사용자취급설명서 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1AAED-F208-4F86-9992-5B64E09A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GS-08 / 신규 사용자가 화면만 따라 업무를 완료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시작과 공통 조작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목차·검색/색인, 용어, 로그인·로그아웃, 권한, 메뉴·그리드·필터·오류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초보 사용자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순서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프로젝트·시나리오 생성부터 업로드·분석·규칙·편집·배포·보고서까지 연결.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순서형 예제 1개 이상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기능 페이지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목적, 전제조건, 입력값/제약, 단계·캡처, 예상결과, 저장·취소·재실행 설명.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포함 기능 대응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오류·데이터 보호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원인과 조치, 미저장 데이터, 편집 확정 시점, rollback 가능 범위, 연락처.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오류코드 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사용성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메뉴명·버튼·화면과 일치. 페이지번호·문서버전·변경이력 유지.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QA가 설명 없이 재현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A5FD3-BD9D-43CE-8D7D-8C19FF58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819C8-BB21-4976-A644-C6183DF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C6185-4903-4A80-908F-D158BBE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18 / 47</a:t>
            </a:r>
          </a:p>
        </p:txBody>
      </p:sp>
    </p:spTree>
    <p:extLst>
      <p:ext uri="{BB962C8B-B14F-4D97-AF65-F5344CB8AC3E}">
        <p14:creationId xmlns:p14="http://schemas.microsoft.com/office/powerpoint/2010/main" val="2744156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9819-71A9-4779-9F5A-055DC88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설치·관리자·운영 설명서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EC01E-78A1-463C-BF61-4755FDC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GS-09 / 사용자취급설명서의 별책으로 연결 가능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설치·제거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권한, 사전 점검, 설치 순서, 성공 판정, 서비스 등록·시작·중지, 제거 후 데이터 처리.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담당 검증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설정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TLS·세션·관리자 권한, DB 최소권한, 키 생성·교체·복구, 로그 마스킹·보관 정책.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점검표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일상 운영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큐·DB 풀·저장공간·실패 작업 점검, 로그 위치, 장애등급·지원 요청 절차.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runbook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백업·복구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DB·Target DB·업로드·설정·암호화키 범위, 주기·보관·복구 순서·검증 기준.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리허설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확인, 백업, 서비스 중단, SQL 적용, 앱 교체, smoke test, 실패 시 복귀 조건.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배포·rollback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54566-A013-43E5-8B0B-759D39A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99AB9-BBB6-4287-B113-A46BF7B6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23061-3C56-4A23-8859-D8596BBB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19 / 47</a:t>
            </a:r>
          </a:p>
        </p:txBody>
      </p:sp>
    </p:spTree>
    <p:extLst>
      <p:ext uri="{BB962C8B-B14F-4D97-AF65-F5344CB8AC3E}">
        <p14:creationId xmlns:p14="http://schemas.microsoft.com/office/powerpoint/2010/main" val="7439348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C86F7-FB29-496D-8785-A646B327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사용자 매뉴얼 페이지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D171F-1685-4219-BDBE-83C248F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GS-08 / F-EDIT-01 데이터 수정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목적·전제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편집 대상의 오류를 수정한다. 로그인·프로젝트 권한·Target DB 선택·대상 조회 완료.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데이터는 합성 예제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규칙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가능한 컬럼·형식·NULL 허용·최대 길이를 표로 제시. 원본 키와 변경값을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컬럼별 입력 사전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단계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화면에서 조회, 수정, 검토, 저장/확정 동작을 캡처. 버튼명과 처리 순서는 현행 UI로 작성.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STEP 1~N 화면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행 수·이력·성공 메시지, 재조회된 값과 실제 DB 저장 결과가 일치하는지 설명.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화면 +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예외·취소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수정·권한 없음·DB 단절·세션 만료 시 메시지와 복구 방법. 취소 가능한 시점을 명시.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동작 확인 후 작성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7412C-A08F-488D-B425-3591CD2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0CA9D-6F1A-424E-8CA2-91AA09C1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EDC34-B917-4C05-8CB9-9E3F6107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20 / 47</a:t>
            </a:r>
          </a:p>
        </p:txBody>
      </p:sp>
    </p:spTree>
    <p:extLst>
      <p:ext uri="{BB962C8B-B14F-4D97-AF65-F5344CB8AC3E}">
        <p14:creationId xmlns:p14="http://schemas.microsoft.com/office/powerpoint/2010/main" val="2341535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DAA4-BF05-4DF0-9312-FC2F990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기능·문서·시험 추적표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6076B-C2D6-4472-8D99-F4F4304B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GS-10 / 누락 기능과 문서 불일치 방지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ID, 메뉴/API, 역할, 입력·제약, 기대결과, 매뉴얼 절, 시험 ID, 결함 ID, 버전, 상태.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traceability.xlsx 예정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1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F-UPLOAD-01 / M02001 / 정상 파일 적재 / 사용자 §4.1 / TC-UP-001·002 / v1.0-RC1.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정상·초과 크기·오류형식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F-EDIT-01 / M05002 / 변경·취소 / 사용자 §7.2 / TC-ED-001~006 / 결함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전후 값·권한 검증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F-ADMIN-01 / M99001 / DB 연결 관리 / 관리자 §3 / TC-AUTH-010~014.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사용자 직접 API 거절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내 모든 기능이 문서와 시험에 연결되고, 실패·미실행·증빙 없는 PASS가 없음.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서명 / PM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15AED-3538-4589-BA1B-7F3C0927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29D20-55D0-4096-8881-5E9D3E6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B7585-A91D-4BF0-BC82-9CF1809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21 / 47</a:t>
            </a:r>
          </a:p>
        </p:txBody>
      </p:sp>
    </p:spTree>
    <p:extLst>
      <p:ext uri="{BB962C8B-B14F-4D97-AF65-F5344CB8AC3E}">
        <p14:creationId xmlns:p14="http://schemas.microsoft.com/office/powerpoint/2010/main" val="9860117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7E44C-7794-4B84-BB0A-186FAA86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품질 시험 분야별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A67D9-A211-45D1-A57B-6C656084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GS-11 / 인증기관의 현행 평가 항목과 매핑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기능·성능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계산·저장·집계 결과 정확성, 제한값 처리, 응답시간·처리량·자원 사용 측정.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데이터·성능 로그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호환·사용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DB/브라우저·파일형식, 화면 일관성·오류 안내·도움말·키보드 조작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환경별 결과·캡처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신뢰·보안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장애·재시작·취소 후 일관성, 권한·세션·입력 검증·민감정보 보호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복구·부정접근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유지·설치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설치·제거·업데이트·설정 변경, 진단 로그, 기능 수정의 영향 범위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설치·회귀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TTA는 ISO/IEC 25023·25041·25051 기반 안내. 적용 판·세부 항목은 기관 회신으로 확정.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체크리스트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47F9F-2EA3-4A5E-AFC2-50A3BEF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6308E-AEE6-4B8D-801B-BAF4EAA4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FF22-03D5-4768-894E-BDE3014E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22 / 47</a:t>
            </a:r>
          </a:p>
        </p:txBody>
      </p:sp>
    </p:spTree>
    <p:extLst>
      <p:ext uri="{BB962C8B-B14F-4D97-AF65-F5344CB8AC3E}">
        <p14:creationId xmlns:p14="http://schemas.microsoft.com/office/powerpoint/2010/main" val="18113517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DDDD1-DA56-41BE-8525-F70B370D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시험 데이터와 증빙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34848-A0BB-4F3B-946F-A7E462E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GS-11 / 고객 원본 데이터 대신 재현 가능한 합성 데이터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세트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정상값·결측·중복·극값·한글·특수문자·날짜·잘못된 형식을 가진 작은 정답 세트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데이터사전 + 기대결과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세트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소·중·대 규모별 행수·컬럼수·분포·파일 크기 기록. 주장할 최대 범위까지 준비.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스크립트·seed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A/B, 프로젝트 A/B, Target DB A/B의 권한 분리와 데이터 교차 접근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 매트릭스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 단위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 ID, 앱 빌드·DB 스키마 버전, 환경, 시간, 입력, 결과, 로그·화면을 묶어 저장.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evidence/TC-ID/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보호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화면·로그의 키·비밀번호·지갑·개인정보 제거. 기관 제공 데이터와 보관·삭제 범위 협의.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반입·반출 목록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6350D-109F-4105-8CD4-96272692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74764-2F6C-4840-AA42-95FF6B9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191C2-BFE2-4B16-A427-7488C423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23 / 47</a:t>
            </a:r>
          </a:p>
        </p:txBody>
      </p:sp>
    </p:spTree>
    <p:extLst>
      <p:ext uri="{BB962C8B-B14F-4D97-AF65-F5344CB8AC3E}">
        <p14:creationId xmlns:p14="http://schemas.microsoft.com/office/powerpoint/2010/main" val="19202176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B2A96-E191-4A88-AC17-61FFAFC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업무 흐름 통합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3D41D-9234-47BC-A6EC-15E8D673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GS-12 / 실제 고객이 수행하는 전 과정을 연결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사용자 로그인, 프로젝트·시나리오, 파일 업로드, 대상 테이블 선택.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건수·컬럼·권한 일치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컬럼 분석, 규칙 발굴, 위반 탐지, 규칙 검토·승인까지 동일 RUN 결과 추적.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입출력·RUN 연결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후보 조회, 수정, 취소·확정, 재조회·이력 확인. 동일 데이터 중복 실행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의도한 행만 변경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배포 전후 검증, 집계·상세·보고서·PDF 결과 비교.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숫자·필터·한글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로그아웃, 재시작, 다른 사용자·프로젝트로 반복. Quick Edit 포함 시 별도로 재현.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상태·캐시 혼선 없음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6CB76-0245-4D5E-BB4D-9CCACB0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3012A-304D-48CB-9646-FA9A3080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FCAE4-098D-4094-942C-F678047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24 / 47</a:t>
            </a:r>
          </a:p>
        </p:txBody>
      </p:sp>
    </p:spTree>
    <p:extLst>
      <p:ext uri="{BB962C8B-B14F-4D97-AF65-F5344CB8AC3E}">
        <p14:creationId xmlns:p14="http://schemas.microsoft.com/office/powerpoint/2010/main" val="19543654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7759B-9199-428C-A6A5-BD47CFA0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인증·인가와 데이터 격리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A03C-BCE4-4666-BE4F-F3B84C33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GS-13 / 메뉴 숨김과 서버 권한을 각각 검증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비로그인·만료 세션으로 업무 API 직접 호출. 로그인 세션 없는 요청 거절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HTTP·로그·응답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계정으로 관리자 API 직접 호출. 브라우저 저장값·X-Login-* 변조로 우회 시험.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세션·DB 기준 판정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사용자의 프로젝트/작업/연결 ID로 요청. 목록·상세·다운로드·DML 모두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노출·변경 없음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Target DB 전환·다중 탭·재로그인 후 권한과 캐시가 섞이지 않는지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격리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/api/health 등 공개 예외, 내장 Python API의 별도 인증, 비밀 파일 정적 노출 차단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경로 목록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C4BD5-DF52-48FC-AA73-D60A78B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707AE-E574-4005-935D-3AF01D1B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DD97D-2933-4FCB-80FC-521EEEE1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25 / 47</a:t>
            </a:r>
          </a:p>
        </p:txBody>
      </p:sp>
    </p:spTree>
    <p:extLst>
      <p:ext uri="{BB962C8B-B14F-4D97-AF65-F5344CB8AC3E}">
        <p14:creationId xmlns:p14="http://schemas.microsoft.com/office/powerpoint/2010/main" val="20997765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D1B4B-DC78-49BB-B29D-497F7E4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SQL·DML·편집 무결성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7F78F-855A-48F1-8F96-EBEA425B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GS-14 / 가장 높은 우선순위의 데이터 보호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TC-SQL-01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읽기 전용 경로에서 DML·DDL·다중문·허용하지 않은 PL/SQL·동적 SQL 우회 시도.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 경로 데이터 변화 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TC-EDIT-01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범위·사용자 권한·조건 바인딩 검증. NULL, 따옴표, 긴 값, 잘못된 타입 처리.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대상·행수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명시적 취소, 세션 만료, DB 단절, 서버 종료 시 미완료 트랜잭션 상태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rollback·재접속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편집·중복 클릭·재전송 시 유실·중복 적용·다른 작업 반영을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충돌·중복 처리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배포·일괄 수정은 백업·검증·실행·사후 확인 단계를 시험. 운영 DB가 아닌 격리 DB 사용.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가능한 검증본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CD992-5A8B-4B3F-A7B5-E276D95D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352E6-9ECD-4BBB-9834-F1AB8CA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88CD4-F148-4071-A334-D31565C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26 / 47</a:t>
            </a:r>
          </a:p>
        </p:txBody>
      </p:sp>
    </p:spTree>
    <p:extLst>
      <p:ext uri="{BB962C8B-B14F-4D97-AF65-F5344CB8AC3E}">
        <p14:creationId xmlns:p14="http://schemas.microsoft.com/office/powerpoint/2010/main" val="8413172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D28DE-DF34-4E7C-BFAF-38B1C98E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FLOW·캔버스·캐시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6DCD1-7DC9-4B52-8C91-F23F750F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GS-15 / 첫 실행과 재진입을 구분해 재현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 순서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 연 화면에서 첫 우클릭·삭제·복제·드래그를 시험. pointerdown/mousedown/click 타깃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액션 대상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보이는 활성 노드와 팝업 액션 대상이 동일한지, 메뉴 열린 뒤 선택 변경 시에도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Delete node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캔버스/draft만 변경해야 함. 저장된 Flow·Node·run history의 DB 삭제가 없는지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생명주기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템플릿 재사용, 닫기·재열기, 다른 FLOW 간 이동에서 이벤트 중복·잔존 상태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계약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단계 누락, SAME_RUN/LATEST_MASTER, 취소·재실행·실패 후 결과 참조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TC-FLOW-05 / R1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4A207-F094-449B-A2F6-5ADADB8B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F5E8C-39F8-439E-8EE3-7DDB49A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0C5F1-E3BA-4C8B-B501-11A9713E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27 / 47</a:t>
            </a:r>
          </a:p>
        </p:txBody>
      </p:sp>
    </p:spTree>
    <p:extLst>
      <p:ext uri="{BB962C8B-B14F-4D97-AF65-F5344CB8AC3E}">
        <p14:creationId xmlns:p14="http://schemas.microsoft.com/office/powerpoint/2010/main" val="16646523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13447-37F3-483C-BF14-D0537C3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분석 모델과 결과 정확성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6B294-2A70-4089-9AD4-C0D0928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GS-16 / 분석 성공 메시지와 결과의 정확성을 분리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비교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합성 데이터의 건수·비율·통계·규칙 결과를 독립 계산과 대조. 소수점 허용차 정의.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특수 입력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NULL, 상수 컬럼, 단일 범주, 문자열 혼재, 작은 표본·높은 차원·극단값 처리.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연속·범주·XAI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출시 모델별 파라미터·입출력·지원 타입·제약·재현성·오류 처리를 따로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실행·자원 한도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작업 동시 제출, 메모리 제한, 대기·거절·취소 상태, 작업 간 결과 오염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설명·보고서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UI·DB·보고서의 결과명·건수·RUN ID 일치. AI 추천은 승인 전 데이터 반영 여부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92398-F564-4050-B643-9BE0F7F3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343FD-B978-4545-978E-59963F30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67559-AF5C-4AEC-8232-0518FA2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28 / 47</a:t>
            </a:r>
          </a:p>
        </p:txBody>
      </p:sp>
    </p:spTree>
    <p:extLst>
      <p:ext uri="{BB962C8B-B14F-4D97-AF65-F5344CB8AC3E}">
        <p14:creationId xmlns:p14="http://schemas.microsoft.com/office/powerpoint/2010/main" val="360825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B4456-A090-4B4B-BEEF-15F30EA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성능·대용량 시험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3894F-4E2F-45E4-85CF-AA10C34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GS-17 / 아래 숫자는 내부 검증 예시이며 제품 보장값 아님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조회·업로드·규칙탐지·편집·PDF를 각각 측정. 예: 1만/10만/100만 행, 동시 1/5/10명.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지원범위에 맞춰 조정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준비/실행/완료 시간을 분리. 예열 후 반복 5회 이상, 응답분포·오류율·CPU/RAM/DB 대기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스크립트·원시 로그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목표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조회 p95 3초 이내, 오류율 0%, 장시간 작업 상태 표시. 확정값은 측정 후 합의.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기준 / GS 공식값 아님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대량 DML의 락·undo·commit 범위 확인. Cloud Target의 PS contention 시 병렬 자원 경합 점검.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DBA 분석·SQL 영향표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반영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사양·데이터·한계와 함께 결과 기재. 검증하지 않은 무제한 처리·무제한 동시 사용자 표현 금지.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성능시험서 + 제한 안내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32F97-08CF-4052-95FA-D57CB39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3F569-18F8-4734-BBD3-B13D308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ADEDD-5C26-44C8-8D99-B1EA7F9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29 / 47</a:t>
            </a:r>
          </a:p>
        </p:txBody>
      </p:sp>
    </p:spTree>
    <p:extLst>
      <p:ext uri="{BB962C8B-B14F-4D97-AF65-F5344CB8AC3E}">
        <p14:creationId xmlns:p14="http://schemas.microsoft.com/office/powerpoint/2010/main" val="19506990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84BAF-2A9B-4AE3-BD3F-9231F07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보안·OSS·배포 권리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4FA40-1357-4D5C-A037-3669F79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GS-18 / 인증 준비와 상용 배포를 함께 점검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비밀·응답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키·DB 암호를 응답·JS·로그·캐시에 남기지 않음. 암호화·키 보관·초기 비밀번호 변경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점검표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업로드 크기·경로·형식, 다운로드 경로, SQL/스크립트 입력 검증, 오류 정보 최소화를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부정 입력 시험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의존성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Python·npm·브라우저·폰트·Oracle 구성요소별 버전, 공급자, 라이선스, 취약점·조치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SBOM + NOTICE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라이선스 정합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package.json의 ISC 표기를 확인. 실제 권리·기존 공개 이력과 상용 EULA 일치 여부를 검토.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 검토 / 임의 삭제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판단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소스 존재가 적합 증거는 아님. 미조치 중대 취약점·배포권 불명확 요소는 출시 차단.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개발·보안·대표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4A68D-24A0-498C-985B-9366F40F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BBD66-75C2-44A4-AB35-FEE4C3A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B62A0-0566-4A37-8169-93F2FC0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 / 47</a:t>
            </a:r>
          </a:p>
        </p:txBody>
      </p:sp>
    </p:spTree>
    <p:extLst>
      <p:ext uri="{BB962C8B-B14F-4D97-AF65-F5344CB8AC3E}">
        <p14:creationId xmlns:p14="http://schemas.microsoft.com/office/powerpoint/2010/main" val="16508708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9E05F-CDB2-4895-AD71-9E48F38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장애·복구·설치 재현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25CE7-5430-4B59-A012-9EDBA8B5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GS-18 / 데이터와 설정을 함께 복구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깨끗한 VM에서 매뉴얼만 사용. DB 권한 부족·포트 충돌·필수 런타임 누락도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TC-INST-01~04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DB·네트워크 장애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중 연결 중단, DB 재시작, 풀 고갈을 주입. 오류·재시도·트랜잭션 결과를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TC-REC-01~03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백업·복원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시스템/Target DB, 파일, 설정과 암호화키를 보존한 백업으로 별도 환경 복구.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복구시간·데이터시점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업그레이드·복귀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앱·DB 버전을 함께 검증. DDL이 되돌아가지 않는 경우 백업 복원·전환 계획을 시험.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조건·복구 증빙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제거·재설치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제거 시 보존·삭제 대상 안내, 라이선스 재발급·재설치, 잔존 민감정보를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정책과 일치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9EA77-61A2-410F-881E-B109AFC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E9497-E231-4368-89F2-71D7745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8486C-9D9C-4D7E-9F98-1DE7680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31 / 47</a:t>
            </a:r>
          </a:p>
        </p:txBody>
      </p:sp>
    </p:spTree>
    <p:extLst>
      <p:ext uri="{BB962C8B-B14F-4D97-AF65-F5344CB8AC3E}">
        <p14:creationId xmlns:p14="http://schemas.microsoft.com/office/powerpoint/2010/main" val="7474753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7AC76-3B78-4354-9AA7-661CEA3E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결함 관리와 수정 우선순위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4323-6B9A-42BD-89AC-B51A4BC5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GS-19 / 발견부터 종료까지 하나의 결함 ID로 추적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ID, 발생 빌드·환경, 입력, 재현 단계, 기대/실제 결과, 화면·로그, 심각도·담당·기한.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defects.xlsx 예정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P0·P1 우선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손실·권한 우회·비밀 노출·설치 불가·핵심 업무 중단을 최우선 수정.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심각도 기준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단위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원인·수정 파일·영향 기능·회귀 시험·DB 변경·rollback 방법을 묶어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노트 + 검증결과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 조건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QA가 동일 조건에서 재현 불가 확인, 인접 기능 회귀 PASS, 매뉴얼 변경까지 반영.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개발자의 완료 선언만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흐름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신규, 분석, 수정 중, 검증 대기, 재시험, 종료. 기관 결함은 기관 종료 확인과 내부 종료를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일일 15분 결함 회의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35B22-51C2-42F9-89ED-C5C08232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AF366-02C2-493F-A39D-338217B6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92979-004D-4744-9459-C32FD553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32 / 47</a:t>
            </a:r>
          </a:p>
        </p:txBody>
      </p:sp>
    </p:spTree>
    <p:extLst>
      <p:ext uri="{BB962C8B-B14F-4D97-AF65-F5344CB8AC3E}">
        <p14:creationId xmlns:p14="http://schemas.microsoft.com/office/powerpoint/2010/main" val="11147970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A9CA7-8D1A-4EBB-9F51-68017F6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시험 제출 승인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54C4F-C0AA-4F2F-A73B-6CBA742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GS-20 / 회사 내부 제출 기준이며 공식 합격 기준과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기능·문서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내 기능 100%가 문서·시험에 연결. 필수 시나리오 PASS, 미실행 기능 없음.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서명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중대 결함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P0/P1 미해결 0건. 잔여 결함은 영향·우회·일정과 기관 수용 여부를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대표·PM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재현·복구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서버 설치, 오프라인 기본 업무, 권한 격리, 수정 취소·복구 시험 완료.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설치·복구 보고서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패키지·문서·화면 버전·기능·해시 동일. 시험계정·샘플데이터가 전달 목록과 일치.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release manifest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대응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개발·QA·운영 담당과 백업 인력, 반입·원격 지원 시간, 패치 절차가 준비됨.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연락·대응 계획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677FC-B006-4256-B444-329E4E0E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47058-7CD1-4EEB-95EA-139B3F2F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4A5CE-3E6F-4C93-BCC8-EAA801D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33 / 47</a:t>
            </a:r>
          </a:p>
        </p:txBody>
      </p:sp>
    </p:spTree>
    <p:extLst>
      <p:ext uri="{BB962C8B-B14F-4D97-AF65-F5344CB8AC3E}">
        <p14:creationId xmlns:p14="http://schemas.microsoft.com/office/powerpoint/2010/main" val="18740945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EC9BF-DF91-4AE3-9E0A-9C7B7B9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시험 착수일 운영 체크리스트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223B-B54F-46AD-8BCB-A5066DAC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GS-20 / 시험자의 독립 실행을 지원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인수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HW/SW/DB 버전·시간·네트워크·권한과 설치본 해시 확인. 차이는 즉시 기록·합의.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인수표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설치·초기화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매뉴얼로 제품 설치, 합성 데이터 로딩, 일반·관리자 계정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점검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설명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업무 1회 시연, 기능 위치·입출력·한계·비가역 동작·오류 복구 방법 안내.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순서표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질의 대응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PM이 질문·답변·추가자료·기한을 관리. 제품 동작과 다른 구두 답변은 문서 수정으로 해결.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Q&amp;A 대장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시험본 통제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시험자 협의 없이 DB 데이터·설정·패키지 교체 금지. 모든 변경은 새 버전·변경기록으로 전달.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제출·변경 승인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B1C6A-1D56-46F3-8B05-49B1A84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26317-822D-4F75-8476-03259D73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5890D-BD4D-4B68-89D2-8572217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34 / 47</a:t>
            </a:r>
          </a:p>
        </p:txBody>
      </p:sp>
    </p:spTree>
    <p:extLst>
      <p:ext uri="{BB962C8B-B14F-4D97-AF65-F5344CB8AC3E}">
        <p14:creationId xmlns:p14="http://schemas.microsoft.com/office/powerpoint/2010/main" val="1417495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8560-190E-4022-8031-ADCE723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기관 결함 보완과 회귀시험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3B55F-68A9-4AE6-8FF6-3180B16E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GS-21 / 패치마다 동일 제출 규칙 적용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당일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결함 번호를 내부 ID와 연결. 재현 조건 확인 후 원인·영향·수정 예상일 회신.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1영업일 내 분류 목표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준비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결함을 묶어 수정하고 데이터 손상·권한·설치·기본 업무 회귀를 수행.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변경목록·PASS 증빙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구성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설치파일·해시, 결함별 조치서, 설치/업데이트 방법, 갱신 설명서, 잔여 이슈 목록.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제출대장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기관이 재시험할 데이터·조건을 유지. 미해결·새 결함을 포함해 전체 상태 재점검.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확인·추가 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 고정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마지막 시험본과 심의 대상 버전·문서를 확인. 무관한 신규 기능은 다음 출시로 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manifest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E80F5-2654-4F60-B88D-27DEF6A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984D4-B08E-4005-9EA4-9F602BED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03B53-DF29-4C86-AFA7-348346F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35 / 47</a:t>
            </a:r>
          </a:p>
        </p:txBody>
      </p:sp>
    </p:spTree>
    <p:extLst>
      <p:ext uri="{BB962C8B-B14F-4D97-AF65-F5344CB8AC3E}">
        <p14:creationId xmlns:p14="http://schemas.microsoft.com/office/powerpoint/2010/main" val="61988007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2939F-36D4-4DE6-AFCF-7A1215B6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 결과 수령과 조달 인계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B779-F5A3-4762-8D3D-2D17C18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GS-22 / 서류명과 제품 범위의 일치가 우선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수령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품질인증서, 시험성적서, 시험결과서, 인증마크 사용 안내를 수령·보관.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/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 항목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법인명·제품명·버전·등급·인증번호·시험환경·제한을 최종 제출본과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 발견 시 기관 정정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보관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시험본·소스 리비전·의존성·문서·데이터·해시를 복구 가능하게 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기준선 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표시·홍보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제품·버전에만 마크와 인증 문구 사용. 다른 기능·새 버전까지 인증받았다고 확대 금지.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홈페이지·견적서 검토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전달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인증서와 세부 시험성적서, 규격·설명서·라이선스 증서 초안을 영업·조달 담당에게 인계.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 제출목록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21A6E-5AAF-444A-922A-24F11F2B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3A783-4E1C-4EC9-BF59-DDC2216C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70FE-54C8-47B7-89AF-2005F56E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36 / 47</a:t>
            </a:r>
          </a:p>
        </p:txBody>
      </p:sp>
    </p:spTree>
    <p:extLst>
      <p:ext uri="{BB962C8B-B14F-4D97-AF65-F5344CB8AC3E}">
        <p14:creationId xmlns:p14="http://schemas.microsoft.com/office/powerpoint/2010/main" val="11474188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76F2F-5C16-4096-8738-FC5A16F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 후 변경·사후관리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03F3-FE16-4395-96BE-C60D929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GS-22 / 버전 번호만으로 인증 유지 판단 금지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접수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기능·알고리즘·OS/DB·의존성·공급자·제품명·권리 변경 시 영향평가를 남김.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변경요청서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재인증 자가 점검표와 기관 기준으로 변경신청·재인증 여부를 서면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G3 / 기관 회신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고객·조달 반영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범위, 계약 규격, 다운로드 패키지·매뉴얼·가격표·지원 정책을 같이 갱신.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릴리스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정기 내부 점검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 취약점·장애·민원 검토, 분기별 설치·복구·대표 기능 회귀를 권장.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점검대장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유효성 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일률적 갱신주기를 임의 기재하지 말고 인증서·기관 운영규정·해당 조달 조건을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만료·확인 일정 담당 지정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A251E-7AC7-4164-9F4E-C22DA4C8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G3 ·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EE39E-A4D8-47F5-9534-81DB1D1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416F1-A702-471F-9CF6-384CC92B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37 / 47</a:t>
            </a:r>
          </a:p>
        </p:txBody>
      </p:sp>
    </p:spTree>
    <p:extLst>
      <p:ext uri="{BB962C8B-B14F-4D97-AF65-F5344CB8AC3E}">
        <p14:creationId xmlns:p14="http://schemas.microsoft.com/office/powerpoint/2010/main" val="17555796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C31D-04DE-4825-A87A-4646FC5A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산출물 폴더와 문서번호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66DE7-DA80-45BB-9DAA-26144964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권장 저장소 구조 / 추후 WORK에서 실제 파일 생성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00_management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GS-PLAN 일정·역할·예산, GS-SCOPE 범위서, GS-DECISION 결정대장, GS-CONTACT 상담기록.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 책임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01_application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신청서·사업자자료·계약·견적·접수증·제출대장. 개인정보 포함 자료는 접근권한 제한.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PM·경영지원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02_manuals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GS-PD 제품설명서, GS-UM 사용자취급설명서, GS-OM 설치·운영설명서, 기능목록.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제품·문서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03_quality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GS-TRACE 추적표, GS-TP 계획, GS-TC 시험, 증빙, 결함·보안·성능·복구 보고서.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QA·개발·운영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04_release / 05_certificate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설치물·해시·SBOM·릴리스노트·인증서·결과서·마크 사용규칙. 시험본은 수정 불가 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51E12-E462-4E57-BF30-AD3B023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19DF4-06D9-454D-9EAC-D40E539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900E4-3AC7-463F-884A-3985AA51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38 / 47</a:t>
            </a:r>
          </a:p>
        </p:txBody>
      </p:sp>
    </p:spTree>
    <p:extLst>
      <p:ext uri="{BB962C8B-B14F-4D97-AF65-F5344CB8AC3E}">
        <p14:creationId xmlns:p14="http://schemas.microsoft.com/office/powerpoint/2010/main" val="19806647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26FBF-0391-4E78-A1C8-0830F64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주요 산출물 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51908-EC54-424B-B2A8-E99B36E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파일 존재보다 재현성과 승인 여부를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GS-SCOPE + GS-PD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기능·제약·환경·연동 범위가 승인됐고 설치 패키지와 일치.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대표·제품 책임자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GS-UM + GS-OM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직원이 도움 없이 업무 1회·설치 1회 완료. 캡처와 메뉴명이 동일.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독립 검증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GS-TRACE + GS-TC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포함 기능이 문서·시험에 연결. PASS에 입력·결과·증빙·빌드가 존재.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GS-SEC + GS-PERF + GS-REC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보안·성능·복구 조건·결과·한계·잔여 이슈와 조치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책임자 서명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GS-REL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리비전·패키지·문서·DB 변경·해시가 대응하며 신규 설치·복귀가 검증됨.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4A7B3-DF0B-4319-A371-554653DB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0FC2C-F857-4376-AD8C-ABA5DA6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651FF-1391-4C6F-B703-D70809ED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39 / 47</a:t>
            </a:r>
          </a:p>
        </p:txBody>
      </p:sp>
    </p:spTree>
    <p:extLst>
      <p:ext uri="{BB962C8B-B14F-4D97-AF65-F5344CB8AC3E}">
        <p14:creationId xmlns:p14="http://schemas.microsoft.com/office/powerpoint/2010/main" val="21100935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C304A-6CFE-410B-8E68-8FD7B77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소스 작업 백로그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8FD73-9516-448F-BDED-99413F7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확인 후 필요한 차이만 수정 / 현재 결함 확정 목록 아님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DEV-01 제품 식별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package.json, frontend/index.html, main.py의 제품 버전·캐시 버전 의미를 구분. About·매뉴얼 식별 통일.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빌드 식별 가능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DEV-02 권한 경계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main.py, auth_context.py, target_database.py의 세션·관리자·연결 권한 점검과 부정 호출 시험.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TC-AUTH PASS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DEV-03 SQL·편집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라우터·서비스·SQL 템플릿의 허용범위, 바인딩, commit/rollback·중복 처리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TC-SQL·EDIT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DEV-04 FLOW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MCOM_FLOW_WORK.js·flow_work_service.py 등 이벤트·draft 삭제·RUN 입출력 계약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TC-FLOW PASS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DEV-05 라이선스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정책 확정 후 서버 검증·오프라인 활성화·증서·재발급·장애 동작 설계.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번째 PPT와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B4107-A5A1-4E92-9568-81E67D92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30F3B-2DC4-42F0-99A2-88CE51CF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5BE31-BB5C-4446-AE04-473A2EC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40 / 47</a:t>
            </a:r>
          </a:p>
        </p:txBody>
      </p:sp>
    </p:spTree>
    <p:extLst>
      <p:ext uri="{BB962C8B-B14F-4D97-AF65-F5344CB8AC3E}">
        <p14:creationId xmlns:p14="http://schemas.microsoft.com/office/powerpoint/2010/main" val="17555217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BA2FD-F665-45F5-8778-6D027D1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소스 작업 백로그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96F27-65DF-4104-AD10-8B9F7AFA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출시를 반복 가능하게 만드는 작업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DEV-06 배포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오프라인 설치·서비스 실행·설정 검증·업데이트·제거 스크립트와 패키지 manifest 작성.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clean install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DEV-07 자원 제한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업로드·조회·분석·PDF의 최대 크기·동시 실행·timeout·취소와 사용자 안내 점검.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한계·초과 시험 PASS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DEV-08 진단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작업·감사 로그에 사용자/작업/결과/시간/상관 ID를 남기고 비밀·민감값 마스킹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재현·추적 가능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DEV-09 의존성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Python·npm 버전 고정, SBOM·NOTICE, 취약점 조치와 배포권 검토.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빌드 + 권리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DEV-10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backend/tests와 UI audit를 기능표에 연결. 모의 시험과 실제 격리 Oracle 시험을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단위·통합·UI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D058A-7D4A-4FCB-BB5E-CB8E77FB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8306C-2F7F-4635-8562-CDDF0E7B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214B2-1927-49DF-ABC4-901CF20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41 / 47</a:t>
            </a:r>
          </a:p>
        </p:txBody>
      </p:sp>
    </p:spTree>
    <p:extLst>
      <p:ext uri="{BB962C8B-B14F-4D97-AF65-F5344CB8AC3E}">
        <p14:creationId xmlns:p14="http://schemas.microsoft.com/office/powerpoint/2010/main" val="21166868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FCEFA-D4D7-4AAA-9B54-CCB71B9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바이브 코딩 작업 지시문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32567-46CD-4392-8649-753EFEB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한 작업 ID씩 요청 / 정책 변경은 먼저 승인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“GS-13과 DEV-02를 기준으로 로그인·관리자·Target DB 권한을 읽기 점검하라. AGENTS.md를 준수하라.”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범위가 작은 1개 작업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산출물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“관련 파일·현재 동작·재현 방법·위험·필요한 수정안을 제시하라. 미확인 항목을 구분하라.”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갭 분석 + 수정 계획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제약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“기존 변경 보존, 비밀 파일 접근 금지, 정적 SQL은 database/*.sql. 운영 DB 변경·삭제는 실행하지 말라.”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 작업 규칙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분기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“권한·화면 단계·버튼 노출·업무 흐름이 바뀌면 먼저 설명하고 승인받아라. 승인된 범위만 수정하라.”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정책 통제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“실패를 재현하는 테스트, 수정 후 결과, 회귀 범위, rollback, 문서 영향과 미확인 사항을 보고하라.”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+ 시험 + 문서 차이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FB413-0F2A-4E2A-A20E-1F1037B1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E5D40-09C3-486F-B35F-8908271C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6E1AE-B80E-458C-80E0-04F8A33A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42 / 47</a:t>
            </a:r>
          </a:p>
        </p:txBody>
      </p:sp>
    </p:spTree>
    <p:extLst>
      <p:ext uri="{BB962C8B-B14F-4D97-AF65-F5344CB8AC3E}">
        <p14:creationId xmlns:p14="http://schemas.microsoft.com/office/powerpoint/2010/main" val="21114219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B0B94-ED64-40CB-96D2-377ADB2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WORK 문서 생성 지시문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9C414-7E70-42FD-A195-4F150A8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산출물 ID와 승인된 사실을 함께 전달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GS-PD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“승인된 GS-SCOPE·기능표·환경표로 제품설명서 초안을 작성하라. 근거 없는 성능·지원 기능은 쓰지 말라.”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DOCX + 미확정 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GS-UM 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“실제 메뉴·캡처·시험 결과로 기능별 절차, 입력 제약, 오류 복구·취소를 작성하라.”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문서 + 기능 매핑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GS-TC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“기능 목록에 정상·경계·오류·권한·취소·동시 실행 시험을 연결하라. 기대결과와 증빙 경로 포함.”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시험표 XLSX 예정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GS-APP 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“최신 기관 양식을 사용하고 회사 증빙으로 신청서를 채워라. 미확정값은 담당자 확인 목록으로 분리하라.”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초안 + 제출 점검표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“제품명·버전·기능·환경·용어·라이선스가 모든 산출물에 동일한지 대조하고 차이를 표로 작성하라.”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불일치 목록 + 개정안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C2A6-9171-4A6E-A29E-2ECED029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EEB8A-C21E-4C66-AED2-5ACAC92D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8FFC6-6A37-4221-B70E-FE073CF0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43 / 47</a:t>
            </a:r>
          </a:p>
        </p:txBody>
      </p:sp>
    </p:spTree>
    <p:extLst>
      <p:ext uri="{BB962C8B-B14F-4D97-AF65-F5344CB8AC3E}">
        <p14:creationId xmlns:p14="http://schemas.microsoft.com/office/powerpoint/2010/main" val="26659356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2683E-000C-43A5-8BD9-E4A9769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자주 발생하는 지연과 예방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0150-25CC-4F9A-8000-6F1FE07D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PM이 매주 점검할 재작업 요인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문서에만 존재하는 기능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홍보 문구를 요구사항으로 받아 시험할 수 있음. 기능표와 실행 결과로 문구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제품·문서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PC에서만 실행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권한·글꼴·브라우저·외부 통신 누락을 새 VM 설치로 조기 발견.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운영·QA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중 기능 확장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범위·문서·시험·가격 변경을 유발. 출시판 기준선과 다음 버전 백로그 분리.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대표·PM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패치가 다른 결함 유발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수정별 영향분석과 핵심 업무 회귀 후 제출. 시험자가 확인한 파일 해시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개발·QA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후 조달 대기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판매실적·상품 규격·저작권·신용평가를 인증 준비부터 병행.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영업·조달 / G2B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9B549-7C81-4BF9-AC81-6E993D0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A9C1C-6C19-41B1-BBB7-8BD1506D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366BD-9DE8-46DE-9EE9-E237837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44 / 47</a:t>
            </a:r>
          </a:p>
        </p:txBody>
      </p:sp>
    </p:spTree>
    <p:extLst>
      <p:ext uri="{BB962C8B-B14F-4D97-AF65-F5344CB8AC3E}">
        <p14:creationId xmlns:p14="http://schemas.microsoft.com/office/powerpoint/2010/main" val="193031475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59C1D-A1EF-4430-8DF6-FF80FEE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첫 주 회의의 결정·완료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70D46-FF9F-4A7D-9C38-6658E45B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이 페이지를 회의록으로 복사해 사용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공식명·v1.0·포함 메뉴·외부 모델·Quick Edit 범위를 승인했는가?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제품 / 기한: 1주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OS·DB·브라우저, 납품 형태·라이선스 범위·타사 비용을 정의했는가?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기술·영업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인증기관 상담과 견적, 시험착수 후보일, 대응 담당·예산을 확보했는가?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01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깨끗한 시험환경·기본 업무 실행·중대 결함 목록·문서 목차가 존재하는가?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QA·개발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02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PPT의 자격·실적 게이트를 확인하고 실제 고객 판매 계획을 시작했는가?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영업·경영지원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5B1C5-14A6-45B6-872E-5EE9BEC3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4FC4C-869E-42A7-9CF5-52B391E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205C4-E81A-4AF5-BA74-1101917F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45 / 47</a:t>
            </a:r>
          </a:p>
        </p:txBody>
      </p:sp>
    </p:spTree>
    <p:extLst>
      <p:ext uri="{BB962C8B-B14F-4D97-AF65-F5344CB8AC3E}">
        <p14:creationId xmlns:p14="http://schemas.microsoft.com/office/powerpoint/2010/main" val="44008366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4572C-AC11-4ADC-B38E-33FC343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B0257-39AF-4E4C-A88E-9A48B826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61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  소프트웨어 진흥법 시행규칙 제4·5조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2025.04.30 시행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https://law.go.kr/LSW/lsLinkCommonInfo.do?chrClsCd=010202&amp;lspttninfSeq=163173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 TTA GS시험인증(1등급) 서비스·절차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https://cs.tta.or.kr/tta/introduce/introCont.do?tabMode=cont&amp;tnc_cls_no=T000127&amp;tnc_lab=T000003&amp;up_tnc_cls_no=T000020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  인뎁스 로컬 소스·프로젝트 지침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정적 확인, 실행검증 아님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로컬: AGENTS.md, README.md, main.py, frontend/config/menu.config.js, package.json, requirements.txt, backend/tests 파일목록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 상용소프트웨어 제3자단가계약 업무처리기준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2026.01.01 시행, 지침 제45호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https://www.law.go.kr/LSW/admRulLsInfoP.do?admRulSeq=2100000270214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C6F41-F095-48C3-B364-927861C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G2 · R1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4C0E-676E-4523-81AF-314DCCB7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F8D9-9E6B-4C4D-B990-263EC6E0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46 / 47</a:t>
            </a:r>
          </a:p>
        </p:txBody>
      </p:sp>
    </p:spTree>
    <p:extLst>
      <p:ext uri="{BB962C8B-B14F-4D97-AF65-F5344CB8AC3E}">
        <p14:creationId xmlns:p14="http://schemas.microsoft.com/office/powerpoint/2010/main" val="120382114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BE37-5107-4FD5-B7F2-DF15338D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92436-2B33-4AD3-B89C-7534594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4352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G3  KTC GS인증 안내·기준·재인증 점검표 자료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https://www.ktc.re.kr/web_united/task/task.asp?pagen=2540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G4  GS 품질인증 신청서, 시행규칙 별지 제5호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서식, 제출 시 현행본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https://law.go.kr/flDownload.do?bylClsCd=110202&amp;flSeq=133780841&amp;gubun=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  상용소프트웨어 제3자단가계약 추가특수조건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2026.01.01 시행, 지침 제46호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https://www.law.go.kr/LSW/admRulLsInfoP.do?admRulSeq=2100000270216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B244B-645E-48B9-A13C-D79F54A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G3 · G4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1E81D-60D5-4AE2-B0A0-4845D38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05411-DA6A-45D1-96A0-E8E3DB91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47 / 47</a:t>
            </a:r>
          </a:p>
        </p:txBody>
      </p:sp>
    </p:spTree>
    <p:extLst>
      <p:ext uri="{BB962C8B-B14F-4D97-AF65-F5344CB8AC3E}">
        <p14:creationId xmlns:p14="http://schemas.microsoft.com/office/powerpoint/2010/main" val="339181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2026-09-23T05:06:56.1390000Z</dcterms:created>
  <dcterms:modified xsi:type="dcterms:W3CDTF">2026-09-23T05:06:56.1390000Z</dcterms:modified>
</coreProperties>
</file>