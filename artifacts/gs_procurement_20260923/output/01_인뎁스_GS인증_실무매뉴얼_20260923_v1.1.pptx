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cf619bb2d47f8" /><Relationship Type="http://schemas.openxmlformats.org/officeDocument/2006/relationships/extended-properties" Target="/docProps/app.xml" Id="R2c8909f77e224b0a" /><Relationship Type="http://schemas.openxmlformats.org/officeDocument/2006/relationships/officeDocument" Target="/ppt/presentation.xml" Id="R5ad759505c76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9436eeab34fca"/>
  </p:sldMasterIdLst>
  <p:notesMasterIdLst>
    <p:notesMasterId xmlns:r="http://schemas.openxmlformats.org/officeDocument/2006/relationships" r:id="Rff74169135584a0a"/>
  </p:notesMasterIdLst>
  <p:sldIdLst>
    <p:sldId xmlns:r="http://schemas.openxmlformats.org/officeDocument/2006/relationships" id="256" r:id="R8dc9af5b3be341e3"/>
    <p:sldId xmlns:r="http://schemas.openxmlformats.org/officeDocument/2006/relationships" id="257" r:id="Rb55f7d15285e474c"/>
    <p:sldId xmlns:r="http://schemas.openxmlformats.org/officeDocument/2006/relationships" id="258" r:id="Rccdfbc22663a45f6"/>
    <p:sldId xmlns:r="http://schemas.openxmlformats.org/officeDocument/2006/relationships" id="259" r:id="R66eb07d31b904f3c"/>
    <p:sldId xmlns:r="http://schemas.openxmlformats.org/officeDocument/2006/relationships" id="260" r:id="R140c90cd8b8241df"/>
    <p:sldId xmlns:r="http://schemas.openxmlformats.org/officeDocument/2006/relationships" id="261" r:id="R77597afb583c4338"/>
    <p:sldId xmlns:r="http://schemas.openxmlformats.org/officeDocument/2006/relationships" id="262" r:id="Ra825b4c13d9f4897"/>
    <p:sldId xmlns:r="http://schemas.openxmlformats.org/officeDocument/2006/relationships" id="263" r:id="Ra593b66ee99f4200"/>
    <p:sldId xmlns:r="http://schemas.openxmlformats.org/officeDocument/2006/relationships" id="264" r:id="R172618cc845141c8"/>
    <p:sldId xmlns:r="http://schemas.openxmlformats.org/officeDocument/2006/relationships" id="265" r:id="Rf61720fad13d4162"/>
    <p:sldId xmlns:r="http://schemas.openxmlformats.org/officeDocument/2006/relationships" id="266" r:id="R16d6f9d7d7b14fb7"/>
    <p:sldId xmlns:r="http://schemas.openxmlformats.org/officeDocument/2006/relationships" id="267" r:id="Rf3eb8549d9034339"/>
    <p:sldId xmlns:r="http://schemas.openxmlformats.org/officeDocument/2006/relationships" id="268" r:id="R0f6ce8e71d63487c"/>
    <p:sldId xmlns:r="http://schemas.openxmlformats.org/officeDocument/2006/relationships" id="269" r:id="Rc3cdaa148fd444bb"/>
    <p:sldId xmlns:r="http://schemas.openxmlformats.org/officeDocument/2006/relationships" id="270" r:id="Rf6604cf6d28542df"/>
    <p:sldId xmlns:r="http://schemas.openxmlformats.org/officeDocument/2006/relationships" id="271" r:id="Rae070aa4994249fc"/>
    <p:sldId xmlns:r="http://schemas.openxmlformats.org/officeDocument/2006/relationships" id="272" r:id="Rb7ecdb7438fc473f"/>
    <p:sldId xmlns:r="http://schemas.openxmlformats.org/officeDocument/2006/relationships" id="273" r:id="Rc980c4aee9154a07"/>
    <p:sldId xmlns:r="http://schemas.openxmlformats.org/officeDocument/2006/relationships" id="274" r:id="Rd5d8c4ac1b9d4888"/>
    <p:sldId xmlns:r="http://schemas.openxmlformats.org/officeDocument/2006/relationships" id="275" r:id="R28e152c81ff24b6d"/>
    <p:sldId xmlns:r="http://schemas.openxmlformats.org/officeDocument/2006/relationships" id="276" r:id="Rd687d6833b6d4abb"/>
    <p:sldId xmlns:r="http://schemas.openxmlformats.org/officeDocument/2006/relationships" id="277" r:id="R15a5bf82fb3d4aa6"/>
    <p:sldId xmlns:r="http://schemas.openxmlformats.org/officeDocument/2006/relationships" id="278" r:id="Ra35050fc522d42af"/>
    <p:sldId xmlns:r="http://schemas.openxmlformats.org/officeDocument/2006/relationships" id="279" r:id="Rfbf35c1804214d91"/>
    <p:sldId xmlns:r="http://schemas.openxmlformats.org/officeDocument/2006/relationships" id="280" r:id="R2b37df7405454281"/>
    <p:sldId xmlns:r="http://schemas.openxmlformats.org/officeDocument/2006/relationships" id="281" r:id="Rbc706e3de7844beb"/>
    <p:sldId xmlns:r="http://schemas.openxmlformats.org/officeDocument/2006/relationships" id="282" r:id="R304b22c36ba94fbf"/>
    <p:sldId xmlns:r="http://schemas.openxmlformats.org/officeDocument/2006/relationships" id="283" r:id="R3ff05735eca44f4c"/>
    <p:sldId xmlns:r="http://schemas.openxmlformats.org/officeDocument/2006/relationships" id="284" r:id="R152e9b07cbb84417"/>
    <p:sldId xmlns:r="http://schemas.openxmlformats.org/officeDocument/2006/relationships" id="285" r:id="R0d49fca394bf429e"/>
    <p:sldId xmlns:r="http://schemas.openxmlformats.org/officeDocument/2006/relationships" id="286" r:id="Rb742af12b5e149cf"/>
    <p:sldId xmlns:r="http://schemas.openxmlformats.org/officeDocument/2006/relationships" id="287" r:id="Rdf5d4d6f52c34850"/>
    <p:sldId xmlns:r="http://schemas.openxmlformats.org/officeDocument/2006/relationships" id="288" r:id="Rc8d9ec3aa91a439f"/>
    <p:sldId xmlns:r="http://schemas.openxmlformats.org/officeDocument/2006/relationships" id="289" r:id="R1c6d6cd768054605"/>
    <p:sldId xmlns:r="http://schemas.openxmlformats.org/officeDocument/2006/relationships" id="290" r:id="R75897d7817974c19"/>
    <p:sldId xmlns:r="http://schemas.openxmlformats.org/officeDocument/2006/relationships" id="291" r:id="Rc6314fa3c58b437c"/>
    <p:sldId xmlns:r="http://schemas.openxmlformats.org/officeDocument/2006/relationships" id="292" r:id="R66d5b7fa01884ff6"/>
    <p:sldId xmlns:r="http://schemas.openxmlformats.org/officeDocument/2006/relationships" id="293" r:id="R0ae826b24f514d46"/>
    <p:sldId xmlns:r="http://schemas.openxmlformats.org/officeDocument/2006/relationships" id="294" r:id="R868c6ab91cd047ce"/>
    <p:sldId xmlns:r="http://schemas.openxmlformats.org/officeDocument/2006/relationships" id="295" r:id="Rb1236326a3f34d84"/>
    <p:sldId xmlns:r="http://schemas.openxmlformats.org/officeDocument/2006/relationships" id="296" r:id="R0202674ce6c54a8a"/>
    <p:sldId xmlns:r="http://schemas.openxmlformats.org/officeDocument/2006/relationships" id="297" r:id="R3aac7b496eb54ae6"/>
    <p:sldId xmlns:r="http://schemas.openxmlformats.org/officeDocument/2006/relationships" id="298" r:id="R78766acf67c34413"/>
    <p:sldId xmlns:r="http://schemas.openxmlformats.org/officeDocument/2006/relationships" id="299" r:id="R5bb6ea69291a49d0"/>
    <p:sldId xmlns:r="http://schemas.openxmlformats.org/officeDocument/2006/relationships" id="300" r:id="R4acbb716231e47bd"/>
    <p:sldId xmlns:r="http://schemas.openxmlformats.org/officeDocument/2006/relationships" id="301" r:id="Rff471caee2a6472f"/>
    <p:sldId xmlns:r="http://schemas.openxmlformats.org/officeDocument/2006/relationships" id="302" r:id="Rcac8a00e5c90432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45c44bc1ff463f" /><Relationship Type="http://schemas.openxmlformats.org/officeDocument/2006/relationships/slideMaster" Target="/ppt/slideMasters/slideMaster1.xml" Id="Rd919436eeab34fca" /><Relationship Type="http://schemas.openxmlformats.org/officeDocument/2006/relationships/notesMaster" Target="/ppt/notesMasters/notesMaster1.xml" Id="Rff74169135584a0a" /><Relationship Type="http://schemas.openxmlformats.org/officeDocument/2006/relationships/presProps" Target="/ppt/presProps.xml" Id="R8917ee53b7974b44" /><Relationship Type="http://schemas.openxmlformats.org/officeDocument/2006/relationships/tableStyles" Target="/ppt/tableStyles.xml" Id="R5534be6f45424f97" /><Relationship Type="http://schemas.openxmlformats.org/officeDocument/2006/relationships/slide" Target="/ppt/slides/slide1.xml" Id="R8dc9af5b3be341e3" /><Relationship Type="http://schemas.openxmlformats.org/officeDocument/2006/relationships/slide" Target="/ppt/slides/slide2.xml" Id="Rb55f7d15285e474c" /><Relationship Type="http://schemas.openxmlformats.org/officeDocument/2006/relationships/slide" Target="/ppt/slides/slide3.xml" Id="Rccdfbc22663a45f6" /><Relationship Type="http://schemas.openxmlformats.org/officeDocument/2006/relationships/slide" Target="/ppt/slides/slide4.xml" Id="R66eb07d31b904f3c" /><Relationship Type="http://schemas.openxmlformats.org/officeDocument/2006/relationships/slide" Target="/ppt/slides/slide5.xml" Id="R140c90cd8b8241df" /><Relationship Type="http://schemas.openxmlformats.org/officeDocument/2006/relationships/slide" Target="/ppt/slides/slide6.xml" Id="R77597afb583c4338" /><Relationship Type="http://schemas.openxmlformats.org/officeDocument/2006/relationships/slide" Target="/ppt/slides/slide7.xml" Id="Ra825b4c13d9f4897" /><Relationship Type="http://schemas.openxmlformats.org/officeDocument/2006/relationships/slide" Target="/ppt/slides/slide8.xml" Id="Ra593b66ee99f4200" /><Relationship Type="http://schemas.openxmlformats.org/officeDocument/2006/relationships/slide" Target="/ppt/slides/slide9.xml" Id="R172618cc845141c8" /><Relationship Type="http://schemas.openxmlformats.org/officeDocument/2006/relationships/slide" Target="/ppt/slides/slide10.xml" Id="Rf61720fad13d4162" /><Relationship Type="http://schemas.openxmlformats.org/officeDocument/2006/relationships/slide" Target="/ppt/slides/slide11.xml" Id="R16d6f9d7d7b14fb7" /><Relationship Type="http://schemas.openxmlformats.org/officeDocument/2006/relationships/slide" Target="/ppt/slides/slide12.xml" Id="Rf3eb8549d9034339" /><Relationship Type="http://schemas.openxmlformats.org/officeDocument/2006/relationships/slide" Target="/ppt/slides/slide13.xml" Id="R0f6ce8e71d63487c" /><Relationship Type="http://schemas.openxmlformats.org/officeDocument/2006/relationships/slide" Target="/ppt/slides/slide14.xml" Id="Rc3cdaa148fd444bb" /><Relationship Type="http://schemas.openxmlformats.org/officeDocument/2006/relationships/slide" Target="/ppt/slides/slide15.xml" Id="Rf6604cf6d28542df" /><Relationship Type="http://schemas.openxmlformats.org/officeDocument/2006/relationships/slide" Target="/ppt/slides/slide16.xml" Id="Rae070aa4994249fc" /><Relationship Type="http://schemas.openxmlformats.org/officeDocument/2006/relationships/slide" Target="/ppt/slides/slide17.xml" Id="Rb7ecdb7438fc473f" /><Relationship Type="http://schemas.openxmlformats.org/officeDocument/2006/relationships/slide" Target="/ppt/slides/slide18.xml" Id="Rc980c4aee9154a07" /><Relationship Type="http://schemas.openxmlformats.org/officeDocument/2006/relationships/slide" Target="/ppt/slides/slide19.xml" Id="Rd5d8c4ac1b9d4888" /><Relationship Type="http://schemas.openxmlformats.org/officeDocument/2006/relationships/slide" Target="/ppt/slides/slide20.xml" Id="R28e152c81ff24b6d" /><Relationship Type="http://schemas.openxmlformats.org/officeDocument/2006/relationships/slide" Target="/ppt/slides/slide21.xml" Id="Rd687d6833b6d4abb" /><Relationship Type="http://schemas.openxmlformats.org/officeDocument/2006/relationships/slide" Target="/ppt/slides/slide22.xml" Id="R15a5bf82fb3d4aa6" /><Relationship Type="http://schemas.openxmlformats.org/officeDocument/2006/relationships/slide" Target="/ppt/slides/slide23.xml" Id="Ra35050fc522d42af" /><Relationship Type="http://schemas.openxmlformats.org/officeDocument/2006/relationships/slide" Target="/ppt/slides/slide24.xml" Id="Rfbf35c1804214d91" /><Relationship Type="http://schemas.openxmlformats.org/officeDocument/2006/relationships/slide" Target="/ppt/slides/slide25.xml" Id="R2b37df7405454281" /><Relationship Type="http://schemas.openxmlformats.org/officeDocument/2006/relationships/slide" Target="/ppt/slides/slide26.xml" Id="Rbc706e3de7844beb" /><Relationship Type="http://schemas.openxmlformats.org/officeDocument/2006/relationships/slide" Target="/ppt/slides/slide27.xml" Id="R304b22c36ba94fbf" /><Relationship Type="http://schemas.openxmlformats.org/officeDocument/2006/relationships/slide" Target="/ppt/slides/slide28.xml" Id="R3ff05735eca44f4c" /><Relationship Type="http://schemas.openxmlformats.org/officeDocument/2006/relationships/slide" Target="/ppt/slides/slide29.xml" Id="R152e9b07cbb84417" /><Relationship Type="http://schemas.openxmlformats.org/officeDocument/2006/relationships/slide" Target="/ppt/slides/slide30.xml" Id="R0d49fca394bf429e" /><Relationship Type="http://schemas.openxmlformats.org/officeDocument/2006/relationships/slide" Target="/ppt/slides/slide31.xml" Id="Rb742af12b5e149cf" /><Relationship Type="http://schemas.openxmlformats.org/officeDocument/2006/relationships/slide" Target="/ppt/slides/slide32.xml" Id="Rdf5d4d6f52c34850" /><Relationship Type="http://schemas.openxmlformats.org/officeDocument/2006/relationships/slide" Target="/ppt/slides/slide33.xml" Id="Rc8d9ec3aa91a439f" /><Relationship Type="http://schemas.openxmlformats.org/officeDocument/2006/relationships/slide" Target="/ppt/slides/slide34.xml" Id="R1c6d6cd768054605" /><Relationship Type="http://schemas.openxmlformats.org/officeDocument/2006/relationships/slide" Target="/ppt/slides/slide35.xml" Id="R75897d7817974c19" /><Relationship Type="http://schemas.openxmlformats.org/officeDocument/2006/relationships/slide" Target="/ppt/slides/slide36.xml" Id="Rc6314fa3c58b437c" /><Relationship Type="http://schemas.openxmlformats.org/officeDocument/2006/relationships/slide" Target="/ppt/slides/slide37.xml" Id="R66d5b7fa01884ff6" /><Relationship Type="http://schemas.openxmlformats.org/officeDocument/2006/relationships/slide" Target="/ppt/slides/slide38.xml" Id="R0ae826b24f514d46" /><Relationship Type="http://schemas.openxmlformats.org/officeDocument/2006/relationships/slide" Target="/ppt/slides/slide39.xml" Id="R868c6ab91cd047ce" /><Relationship Type="http://schemas.openxmlformats.org/officeDocument/2006/relationships/slide" Target="/ppt/slides/slide40.xml" Id="Rb1236326a3f34d84" /><Relationship Type="http://schemas.openxmlformats.org/officeDocument/2006/relationships/slide" Target="/ppt/slides/slide41.xml" Id="R0202674ce6c54a8a" /><Relationship Type="http://schemas.openxmlformats.org/officeDocument/2006/relationships/slide" Target="/ppt/slides/slide42.xml" Id="R3aac7b496eb54ae6" /><Relationship Type="http://schemas.openxmlformats.org/officeDocument/2006/relationships/slide" Target="/ppt/slides/slide43.xml" Id="R78766acf67c34413" /><Relationship Type="http://schemas.openxmlformats.org/officeDocument/2006/relationships/slide" Target="/ppt/slides/slide44.xml" Id="R5bb6ea69291a49d0" /><Relationship Type="http://schemas.openxmlformats.org/officeDocument/2006/relationships/slide" Target="/ppt/slides/slide45.xml" Id="R4acbb716231e47bd" /><Relationship Type="http://schemas.openxmlformats.org/officeDocument/2006/relationships/slide" Target="/ppt/slides/slide46.xml" Id="Rff471caee2a6472f" /><Relationship Type="http://schemas.openxmlformats.org/officeDocument/2006/relationships/slide" Target="/ppt/slides/slide47.xml" Id="Rcac8a00e5c90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cedb8086141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93e3ab75a24351" /><Relationship Type="http://schemas.openxmlformats.org/officeDocument/2006/relationships/notesMaster" Target="/ppt/notesMasters/notesMaster1.xml" Id="R9776ce30dd57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8c5aabf5e6451d" /><Relationship Type="http://schemas.openxmlformats.org/officeDocument/2006/relationships/notesMaster" Target="/ppt/notesMasters/notesMaster1.xml" Id="Rd9cc96e0819b47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21b01b17849aa" /><Relationship Type="http://schemas.openxmlformats.org/officeDocument/2006/relationships/notesMaster" Target="/ppt/notesMasters/notesMaster1.xml" Id="R8f53a4c3c8594f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32874f3f794078" /><Relationship Type="http://schemas.openxmlformats.org/officeDocument/2006/relationships/notesMaster" Target="/ppt/notesMasters/notesMaster1.xml" Id="R61e3f112ef7746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63ee04968e4784" /><Relationship Type="http://schemas.openxmlformats.org/officeDocument/2006/relationships/notesMaster" Target="/ppt/notesMasters/notesMaster1.xml" Id="Rb767c55de1a240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f5a4cd06384b3a" /><Relationship Type="http://schemas.openxmlformats.org/officeDocument/2006/relationships/notesMaster" Target="/ppt/notesMasters/notesMaster1.xml" Id="R69b714a9587a44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6d1f70882946a0" /><Relationship Type="http://schemas.openxmlformats.org/officeDocument/2006/relationships/notesMaster" Target="/ppt/notesMasters/notesMaster1.xml" Id="R43d4118a602b4b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064be1acc94aa5" /><Relationship Type="http://schemas.openxmlformats.org/officeDocument/2006/relationships/notesMaster" Target="/ppt/notesMasters/notesMaster1.xml" Id="R952e3b13816e4f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59fa8265b4b85" /><Relationship Type="http://schemas.openxmlformats.org/officeDocument/2006/relationships/notesMaster" Target="/ppt/notesMasters/notesMaster1.xml" Id="R0fdbe5103dc04b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43ff71199c4ba5" /><Relationship Type="http://schemas.openxmlformats.org/officeDocument/2006/relationships/notesMaster" Target="/ppt/notesMasters/notesMaster1.xml" Id="Rd2efa6f59f324c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04ba19a63b4335" /><Relationship Type="http://schemas.openxmlformats.org/officeDocument/2006/relationships/notesMaster" Target="/ppt/notesMasters/notesMaster1.xml" Id="Rf1bd3419d18a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9a94d0b7347f2" /><Relationship Type="http://schemas.openxmlformats.org/officeDocument/2006/relationships/notesMaster" Target="/ppt/notesMasters/notesMaster1.xml" Id="R6e1d01c831f448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de8b896e484d90" /><Relationship Type="http://schemas.openxmlformats.org/officeDocument/2006/relationships/notesMaster" Target="/ppt/notesMasters/notesMaster1.xml" Id="R035d12811b2b46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b7abfa648b4137" /><Relationship Type="http://schemas.openxmlformats.org/officeDocument/2006/relationships/notesMaster" Target="/ppt/notesMasters/notesMaster1.xml" Id="Re190db7443f849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9c36df37a044fb" /><Relationship Type="http://schemas.openxmlformats.org/officeDocument/2006/relationships/notesMaster" Target="/ppt/notesMasters/notesMaster1.xml" Id="Rbe8cd1cc95e24a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08601df20f4bdc" /><Relationship Type="http://schemas.openxmlformats.org/officeDocument/2006/relationships/notesMaster" Target="/ppt/notesMasters/notesMaster1.xml" Id="R56b5b6293ad941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f2fca2833254ae5" /><Relationship Type="http://schemas.openxmlformats.org/officeDocument/2006/relationships/notesMaster" Target="/ppt/notesMasters/notesMaster1.xml" Id="R9141d80a14b648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76734ac5e14dcb" /><Relationship Type="http://schemas.openxmlformats.org/officeDocument/2006/relationships/notesMaster" Target="/ppt/notesMasters/notesMaster1.xml" Id="R4adb7b0f049b4c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d06482647a47f5" /><Relationship Type="http://schemas.openxmlformats.org/officeDocument/2006/relationships/notesMaster" Target="/ppt/notesMasters/notesMaster1.xml" Id="Rcad5d43e08f847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13d6485c78348a6" /><Relationship Type="http://schemas.openxmlformats.org/officeDocument/2006/relationships/notesMaster" Target="/ppt/notesMasters/notesMaster1.xml" Id="R0e68d739dbe345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81796ab9f5f4f49" /><Relationship Type="http://schemas.openxmlformats.org/officeDocument/2006/relationships/notesMaster" Target="/ppt/notesMasters/notesMaster1.xml" Id="R9f772a4b854e43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4a9ef602034add" /><Relationship Type="http://schemas.openxmlformats.org/officeDocument/2006/relationships/notesMaster" Target="/ppt/notesMasters/notesMaster1.xml" Id="Ra69626c598dd42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bff0fe927743bc" /><Relationship Type="http://schemas.openxmlformats.org/officeDocument/2006/relationships/notesMaster" Target="/ppt/notesMasters/notesMaster1.xml" Id="Re2c301482a5b4fb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89e50cfef2c4bca" /><Relationship Type="http://schemas.openxmlformats.org/officeDocument/2006/relationships/notesMaster" Target="/ppt/notesMasters/notesMaster1.xml" Id="R18b7bbd18ec249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61f7d69d93a4566" /><Relationship Type="http://schemas.openxmlformats.org/officeDocument/2006/relationships/notesMaster" Target="/ppt/notesMasters/notesMaster1.xml" Id="R2c1804d9927c45e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ee40c68f6d4408" /><Relationship Type="http://schemas.openxmlformats.org/officeDocument/2006/relationships/notesMaster" Target="/ppt/notesMasters/notesMaster1.xml" Id="R9489fa402b894cf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ef92cdc6c9432b" /><Relationship Type="http://schemas.openxmlformats.org/officeDocument/2006/relationships/notesMaster" Target="/ppt/notesMasters/notesMaster1.xml" Id="Rfd4d9e56efef4d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f417c39b6304458" /><Relationship Type="http://schemas.openxmlformats.org/officeDocument/2006/relationships/notesMaster" Target="/ppt/notesMasters/notesMaster1.xml" Id="Rfb3cdc34391b4a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dc20de629a4a27" /><Relationship Type="http://schemas.openxmlformats.org/officeDocument/2006/relationships/notesMaster" Target="/ppt/notesMasters/notesMaster1.xml" Id="R6cf25e9304e34c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872a08912324044" /><Relationship Type="http://schemas.openxmlformats.org/officeDocument/2006/relationships/notesMaster" Target="/ppt/notesMasters/notesMaster1.xml" Id="R37ea725605eb41f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78a9d93fe94156" /><Relationship Type="http://schemas.openxmlformats.org/officeDocument/2006/relationships/notesMaster" Target="/ppt/notesMasters/notesMaster1.xml" Id="Rf4c45c76ac164c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8c43b5be6d4eb3" /><Relationship Type="http://schemas.openxmlformats.org/officeDocument/2006/relationships/notesMaster" Target="/ppt/notesMasters/notesMaster1.xml" Id="R82a97707bfa1423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1f3de2caca4c27" /><Relationship Type="http://schemas.openxmlformats.org/officeDocument/2006/relationships/notesMaster" Target="/ppt/notesMasters/notesMaster1.xml" Id="Rf7ad3a64fd394e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b280866a2864718" /><Relationship Type="http://schemas.openxmlformats.org/officeDocument/2006/relationships/notesMaster" Target="/ppt/notesMasters/notesMaster1.xml" Id="Rc729ee3e4a6f4b5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707a14bcf0f4052" /><Relationship Type="http://schemas.openxmlformats.org/officeDocument/2006/relationships/notesMaster" Target="/ppt/notesMasters/notesMaster1.xml" Id="R979c3e4e14f548e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6d064afa0234b0e" /><Relationship Type="http://schemas.openxmlformats.org/officeDocument/2006/relationships/notesMaster" Target="/ppt/notesMasters/notesMaster1.xml" Id="R9f99c64a1e7d492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6d68ced6ba640a7" /><Relationship Type="http://schemas.openxmlformats.org/officeDocument/2006/relationships/notesMaster" Target="/ppt/notesMasters/notesMaster1.xml" Id="Rbb73f1284756474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3b9f80e136b4657" /><Relationship Type="http://schemas.openxmlformats.org/officeDocument/2006/relationships/notesMaster" Target="/ppt/notesMasters/notesMaster1.xml" Id="R4fb7330ef0b84c5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5dc5ad1ea7f440a" /><Relationship Type="http://schemas.openxmlformats.org/officeDocument/2006/relationships/notesMaster" Target="/ppt/notesMasters/notesMaster1.xml" Id="Rd76780e1d23b428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bdb80381ba64acc" /><Relationship Type="http://schemas.openxmlformats.org/officeDocument/2006/relationships/notesMaster" Target="/ppt/notesMasters/notesMaster1.xml" Id="Rf1c480eb8643468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6412887c62046d0" /><Relationship Type="http://schemas.openxmlformats.org/officeDocument/2006/relationships/notesMaster" Target="/ppt/notesMasters/notesMaster1.xml" Id="R2719e6bcc90b41a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324fb7a94eb4561" /><Relationship Type="http://schemas.openxmlformats.org/officeDocument/2006/relationships/notesMaster" Target="/ppt/notesMasters/notesMaster1.xml" Id="R0a5e4c31ff4b4ea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5d99915f2b84939" /><Relationship Type="http://schemas.openxmlformats.org/officeDocument/2006/relationships/notesMaster" Target="/ppt/notesMasters/notesMaster1.xml" Id="R57087b9cb4f04a6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a1cf896173f4599" /><Relationship Type="http://schemas.openxmlformats.org/officeDocument/2006/relationships/notesMaster" Target="/ppt/notesMasters/notesMaster1.xml" Id="Rcb82cf72edf8449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b707018576b4ef6" /><Relationship Type="http://schemas.openxmlformats.org/officeDocument/2006/relationships/notesMaster" Target="/ppt/notesMasters/notesMaster1.xml" Id="R1bece86c59d341f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1fa27247faf490c" /><Relationship Type="http://schemas.openxmlformats.org/officeDocument/2006/relationships/notesMaster" Target="/ppt/notesMasters/notesMaster1.xml" Id="R84e903ac9765433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5cc9f99b90c4ec8" /><Relationship Type="http://schemas.openxmlformats.org/officeDocument/2006/relationships/notesMaster" Target="/ppt/notesMasters/notesMaster1.xml" Id="R373d1e4fd8684c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요청: 첫 GS 인증과 나라장터 상품 등록을 위한 실무 지침서. 발표용이 아닌 독립적으로 읽고 실행할 문서. 회사는 30명 규모 소기업, 첫 제품 버전, 판매가격 없음. 내부망 설치형 영구 라이선스 선택. 가격·일정·지원 정책은 승인 전 제안이다. 조사일: 2026-09-23.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2: 문서의 적용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3: 실행 순서와 읽는 방법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4: 최단기 추진의 핵심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4주는 준비 목표의 예시이며 기관 공인 소요기간이 아니다. 기존 품질과 인력 투입에 따라 재산정한다.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5: 30명 회사의 담당 체계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인원은 권장 배치다. 현재 조직의 실제 여력으로 조정하며 총원 증원을 전제하지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6: 착수 후 5영업일 작업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7: 인뎁스의 인증 범위 초안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기능 제외 또는 노출·업무 흐름 변경은 프로젝트 지침상 사전 설명과 사용자 확인 후 구현한다.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8: 메뉴별 기능 목록 작성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9: 외부 연동과 AI 범위 결정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10: 인증기관 선택과 상담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11: 사전상담 질의서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12: 신청 서류 준비표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G4: GS 품질인증 신청서, 시행규칙 별지 제5호 (공식 서식, 제출 시 현행본 확인)</a:t>
            </a:r>
          </a:p>
          <a:p xmlns:a="http://schemas.openxmlformats.org/drawingml/2006/main">
            <a:r>
              <a:t>https://law.go.kr/flDownload.do?bylClsCd=110202&amp;flSeq=133780841&amp;gubun=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13: 신청·계약·착수 절차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포털 버튼명은 개편될 수 있으므로 서비스명으로 찾고 접수번호를 확인한다. 이 문서로 실제 신청이나 결제를 수행한 것은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14: 예산과 일정의 승인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15: 시험환경 명세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16: 오프라인 설치 패키지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17: 제품설명서 목차와 작성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인뎁스용 권장 구조다. 기관이 제공하는 현행 인증기준 체크리스트에 대조하여 항목을 보완한다.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18: 사용자취급설명서 목차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19: 설치·관리자·운영 설명서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20: 사용자 매뉴얼 페이지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페이지는 집필 틀이다. 저장·취소의 실제 버튼명이나 아직 검증되지 않은 rollback 기능을 존재한다고 기술하지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21: 기능·문서·시험 추적표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22: 품질 시험 분야별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분야별 시험은 자체 준비용이다. 특정 내부 PASS 기준을 GS 공식 합격 기준으로 해석하지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23: 시험 데이터와 증빙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24: 업무 흐름 통합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25: 인증·인가와 데이터 격리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프로젝트 보안 지침에서 도출한 시험 계획이다. 현재 취약점이 발견됐다는 의미는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26: SQL·DML·편집 무결성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27: FLOW·캔버스·캐시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28: 분석 모델과 결과 정확성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29: 성능·대용량 시험 계획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30: 보안·OSS·배포 권리 점검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31: 장애·복구·설치 재현 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32: 결함 관리와 수정 우선순위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33: 공식 시험 제출 승인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34: 시험 착수일 운영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35: 기관 결함 보완과 회귀시험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36: 인증 결과 수령과 조달 인계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37: 인증 후 변경·사후관리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38: 산출물 폴더와 문서번호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39: 주요 산출물 완료 기준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40: 소스 작업 백로그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41: 소스 작업 백로그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42: 바이브 코딩 작업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43: WORK 문서 생성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44: 자주 발생하는 지연과 예방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45: 첫 주 회의의 결정·완료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46: 공식 근거·자료 링크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G1: 소프트웨어 진흥법 시행규칙 제4·5조 (2025.04.30 시행)</a:t>
            </a:r>
          </a:p>
          <a:p xmlns:a="http://schemas.openxmlformats.org/drawingml/2006/main">
            <a:r>
              <a:t>https://law.go.kr/LSW/lsLinkCommonInfo.do?chrClsCd=010202&amp;lspttninfSeq=163173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GS 실무매뉴얼</a:t>
            </a:r>
          </a:p>
          <a:p xmlns:a="http://schemas.openxmlformats.org/drawingml/2006/main">
            <a:r>
              <a:t>페이지 47: 공식 근거·자료 링크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G4: GS 품질인증 신청서, 시행규칙 별지 제5호 (공식 서식, 제출 시 현행본 확인)</a:t>
            </a:r>
          </a:p>
          <a:p xmlns:a="http://schemas.openxmlformats.org/drawingml/2006/main">
            <a:r>
              <a:t>https://law.go.kr/flDownload.do?bylClsCd=110202&amp;flSeq=133780841&amp;gubun=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807b66fc94d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d0a34b70d54107" /><Relationship Type="http://schemas.openxmlformats.org/officeDocument/2006/relationships/slideLayout" Target="/ppt/slideLayouts/slideLayout1.xml" Id="Rab0fa5edf367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fa5edf367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643ec0daa4154" /><Relationship Type="http://schemas.openxmlformats.org/officeDocument/2006/relationships/notesSlide" Target="/ppt/notesSlides/notesSlide1.xml" Id="R224f8c21818944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ca899e1ba4fcd" /><Relationship Type="http://schemas.openxmlformats.org/officeDocument/2006/relationships/notesSlide" Target="/ppt/notesSlides/notesSlide2.xml" Id="R16c292d422ea48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9b7cac1074e36" /><Relationship Type="http://schemas.openxmlformats.org/officeDocument/2006/relationships/notesSlide" Target="/ppt/notesSlides/notesSlide3.xml" Id="Rb13c129ae60941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cbf18d6134692" /><Relationship Type="http://schemas.openxmlformats.org/officeDocument/2006/relationships/notesSlide" Target="/ppt/notesSlides/notesSlide4.xml" Id="R86e3493b9bc646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8b3a27c884bfd" /><Relationship Type="http://schemas.openxmlformats.org/officeDocument/2006/relationships/notesSlide" Target="/ppt/notesSlides/notesSlide5.xml" Id="R31fc163f2fef43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1aedafecf4400" /><Relationship Type="http://schemas.openxmlformats.org/officeDocument/2006/relationships/notesSlide" Target="/ppt/notesSlides/notesSlide6.xml" Id="R21bf0ee59e5744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01335b437409f" /><Relationship Type="http://schemas.openxmlformats.org/officeDocument/2006/relationships/notesSlide" Target="/ppt/notesSlides/notesSlide7.xml" Id="Rf847d1f6420042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4ac3f2c5644db" /><Relationship Type="http://schemas.openxmlformats.org/officeDocument/2006/relationships/notesSlide" Target="/ppt/notesSlides/notesSlide8.xml" Id="R47ba25ca3b21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9ec0e4f604c52" /><Relationship Type="http://schemas.openxmlformats.org/officeDocument/2006/relationships/notesSlide" Target="/ppt/notesSlides/notesSlide9.xml" Id="R6246768135ab47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8e0a6e9548a2" /><Relationship Type="http://schemas.openxmlformats.org/officeDocument/2006/relationships/notesSlide" Target="/ppt/notesSlides/notesSlide10.xml" Id="R24e0886c755a4e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386be5b8c49b4" /><Relationship Type="http://schemas.openxmlformats.org/officeDocument/2006/relationships/notesSlide" Target="/ppt/notesSlides/notesSlide11.xml" Id="R1aeda8d7109d4e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256713e464b90" /><Relationship Type="http://schemas.openxmlformats.org/officeDocument/2006/relationships/notesSlide" Target="/ppt/notesSlides/notesSlide12.xml" Id="Rf736b3995bda4d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2d9b022af48ad" /><Relationship Type="http://schemas.openxmlformats.org/officeDocument/2006/relationships/notesSlide" Target="/ppt/notesSlides/notesSlide13.xml" Id="Re4089411c60948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44245fa884d25" /><Relationship Type="http://schemas.openxmlformats.org/officeDocument/2006/relationships/notesSlide" Target="/ppt/notesSlides/notesSlide14.xml" Id="R19a5a148a30548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2e9fd463468f" /><Relationship Type="http://schemas.openxmlformats.org/officeDocument/2006/relationships/notesSlide" Target="/ppt/notesSlides/notesSlide15.xml" Id="Rdb923c4cf25c4a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78befd8224ce7" /><Relationship Type="http://schemas.openxmlformats.org/officeDocument/2006/relationships/notesSlide" Target="/ppt/notesSlides/notesSlide16.xml" Id="Rc80ac02240dd4c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7686e85e6437d" /><Relationship Type="http://schemas.openxmlformats.org/officeDocument/2006/relationships/notesSlide" Target="/ppt/notesSlides/notesSlide17.xml" Id="R6c0d8eebebe74c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e25201e1944e9" /><Relationship Type="http://schemas.openxmlformats.org/officeDocument/2006/relationships/notesSlide" Target="/ppt/notesSlides/notesSlide18.xml" Id="R84284ddec2c540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b2b0b06df49f6" /><Relationship Type="http://schemas.openxmlformats.org/officeDocument/2006/relationships/notesSlide" Target="/ppt/notesSlides/notesSlide19.xml" Id="R5f8b5bee628d49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4f09d0b5d4fe8" /><Relationship Type="http://schemas.openxmlformats.org/officeDocument/2006/relationships/notesSlide" Target="/ppt/notesSlides/notesSlide20.xml" Id="Re6dd13e5483941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d806651ef4706" /><Relationship Type="http://schemas.openxmlformats.org/officeDocument/2006/relationships/notesSlide" Target="/ppt/notesSlides/notesSlide21.xml" Id="R733a3d2f878845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c8cd24f1e4e39" /><Relationship Type="http://schemas.openxmlformats.org/officeDocument/2006/relationships/notesSlide" Target="/ppt/notesSlides/notesSlide22.xml" Id="Rdbd8772fdaac4d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65d3b0ab845a6" /><Relationship Type="http://schemas.openxmlformats.org/officeDocument/2006/relationships/notesSlide" Target="/ppt/notesSlides/notesSlide23.xml" Id="R56a9858fbb2b4d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94690e52344d3" /><Relationship Type="http://schemas.openxmlformats.org/officeDocument/2006/relationships/notesSlide" Target="/ppt/notesSlides/notesSlide24.xml" Id="R8e33530b0bbb4fd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cfc9f92684f53" /><Relationship Type="http://schemas.openxmlformats.org/officeDocument/2006/relationships/notesSlide" Target="/ppt/notesSlides/notesSlide25.xml" Id="R2cbd89bda7c3475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cde5fbc0417f" /><Relationship Type="http://schemas.openxmlformats.org/officeDocument/2006/relationships/notesSlide" Target="/ppt/notesSlides/notesSlide26.xml" Id="R2b5482e5afa84c7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2c9d5e50d4654" /><Relationship Type="http://schemas.openxmlformats.org/officeDocument/2006/relationships/notesSlide" Target="/ppt/notesSlides/notesSlide27.xml" Id="Rabe85c8eef1641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cec13323473e" /><Relationship Type="http://schemas.openxmlformats.org/officeDocument/2006/relationships/notesSlide" Target="/ppt/notesSlides/notesSlide28.xml" Id="R44233b93f7bc4a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ad8f1616a4ec5" /><Relationship Type="http://schemas.openxmlformats.org/officeDocument/2006/relationships/notesSlide" Target="/ppt/notesSlides/notesSlide29.xml" Id="R9e9ae04b0fb641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5b85aebee45a2" /><Relationship Type="http://schemas.openxmlformats.org/officeDocument/2006/relationships/notesSlide" Target="/ppt/notesSlides/notesSlide30.xml" Id="Ra8e55448bf1649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a4c11af5d4684" /><Relationship Type="http://schemas.openxmlformats.org/officeDocument/2006/relationships/notesSlide" Target="/ppt/notesSlides/notesSlide31.xml" Id="R2804311e50e54d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d74ab6e584cab" /><Relationship Type="http://schemas.openxmlformats.org/officeDocument/2006/relationships/notesSlide" Target="/ppt/notesSlides/notesSlide32.xml" Id="R93dd299bb3f244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3f178ca964303" /><Relationship Type="http://schemas.openxmlformats.org/officeDocument/2006/relationships/notesSlide" Target="/ppt/notesSlides/notesSlide33.xml" Id="Rf9bf3194d24d42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eea5afb942e5" /><Relationship Type="http://schemas.openxmlformats.org/officeDocument/2006/relationships/notesSlide" Target="/ppt/notesSlides/notesSlide34.xml" Id="R5bee6d1af1c047a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2c2e34be34e88" /><Relationship Type="http://schemas.openxmlformats.org/officeDocument/2006/relationships/notesSlide" Target="/ppt/notesSlides/notesSlide35.xml" Id="R94256c48b5ce47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e87331cdc487c" /><Relationship Type="http://schemas.openxmlformats.org/officeDocument/2006/relationships/notesSlide" Target="/ppt/notesSlides/notesSlide36.xml" Id="R907b35bc73c2464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3903d31e48d2" /><Relationship Type="http://schemas.openxmlformats.org/officeDocument/2006/relationships/notesSlide" Target="/ppt/notesSlides/notesSlide37.xml" Id="Re6f2a35fc734417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d0e4b6b9e418a" /><Relationship Type="http://schemas.openxmlformats.org/officeDocument/2006/relationships/notesSlide" Target="/ppt/notesSlides/notesSlide38.xml" Id="R3129cc442f4447f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1606b92594fb2" /><Relationship Type="http://schemas.openxmlformats.org/officeDocument/2006/relationships/notesSlide" Target="/ppt/notesSlides/notesSlide39.xml" Id="R7abc51c140b0494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0341b9a34086" /><Relationship Type="http://schemas.openxmlformats.org/officeDocument/2006/relationships/notesSlide" Target="/ppt/notesSlides/notesSlide40.xml" Id="R5ea65c18e1de46b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dd0143921461e" /><Relationship Type="http://schemas.openxmlformats.org/officeDocument/2006/relationships/notesSlide" Target="/ppt/notesSlides/notesSlide41.xml" Id="Rd900752f879041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704f7a4044e2f" /><Relationship Type="http://schemas.openxmlformats.org/officeDocument/2006/relationships/notesSlide" Target="/ppt/notesSlides/notesSlide42.xml" Id="Rc1d8fc6ec3e34c9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5feaaf9a1450a" /><Relationship Type="http://schemas.openxmlformats.org/officeDocument/2006/relationships/notesSlide" Target="/ppt/notesSlides/notesSlide43.xml" Id="R4f6895c730d546c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f43ebf8748eb" /><Relationship Type="http://schemas.openxmlformats.org/officeDocument/2006/relationships/notesSlide" Target="/ppt/notesSlides/notesSlide44.xml" Id="R78bdc76f2b6b477a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c5c11a60c4b49" /><Relationship Type="http://schemas.openxmlformats.org/officeDocument/2006/relationships/notesSlide" Target="/ppt/notesSlides/notesSlide45.xml" Id="Rfb53f167a2594ac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38b23261e4760" /><Relationship Type="http://schemas.openxmlformats.org/officeDocument/2006/relationships/notesSlide" Target="/ppt/notesSlides/notesSlide46.xml" Id="R98d69d50383d434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fc5750b184495" /><Relationship Type="http://schemas.openxmlformats.org/officeDocument/2006/relationships/notesSlide" Target="/ppt/notesSlides/notesSlide47.xml" Id="Rc13713d4d088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29C2B-B8BD-4777-980D-BA66D07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INIT Data Editing System  인뎁스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2367D-BEA7-4911-B76C-E364A27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90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GS 인증 준비·실행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6D826-C069-4D84-8F92-B0D8212F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381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INIT Data Editing System (인뎁스)</a:t>
            </a:r>
          </a:p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첫 제품 출시를 위한 신청, 문서, 시험, 보완 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F5FB0-D5FD-40F3-9686-94416198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30명 규모 소기업 · 기관 내부망 설치형 · 영구 라이선스</a:t>
            </a:r>
          </a:p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작성 기준 2026.09.23 · 실무 실행안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12559-42D2-4F6C-9B02-55425E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실행 작업 · 담당 역할 · 산출물 · 완료 기준</a:t>
            </a:r>
          </a:p>
        </p:txBody>
      </p:sp>
    </p:spTree>
    <p:extLst>
      <p:ext uri="{BB962C8B-B14F-4D97-AF65-F5344CB8AC3E}">
        <p14:creationId xmlns:p14="http://schemas.microsoft.com/office/powerpoint/2010/main" val="830408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88F95-6519-4062-9B06-6546783F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문서의 적용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DAAA1-7E83-45C5-9358-3FE068A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공식 요건, 회사 결정, 권장안의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전제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30명 수준 소기업, 첫 제품 버전, 판매가격 미정. 첫 공공 판매는 내부망 설치형 영구 라이선스.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기준 제안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제품명은 “INIT Data Editing System (인뎁스) v1.0”을 초안으로 사용. 대표 승인 후 모든 문서에 통일.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/ 승인 필요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요건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신청서, 제품설명서, 사용자취급설명서와 시험 대상 SW를 제출. 기관별 추가 자료·계약 양식은 상담 시 수령.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G1·G2·G4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기간·비용·합격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문서의 일정은 내부 목표. 시험 대기, 결함, 심의에 따라 달라지며 합격이나 최단 소요일을 보장하지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견적·일정 서면 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점검 수준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구조·메뉴·의존성 명세를 정적으로 확인. 보안·성능 적합 판정과 전체 기능 시험은 아직 수행하지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 / 기준일 현황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4FF2B-4D71-4527-9DBA-839553C9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2797B-19AB-437C-BA73-7FAD5864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14A2-F3DF-4937-8DFE-2E31010A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02 / 47</a:t>
            </a:r>
          </a:p>
        </p:txBody>
      </p:sp>
    </p:spTree>
    <p:extLst>
      <p:ext uri="{BB962C8B-B14F-4D97-AF65-F5344CB8AC3E}">
        <p14:creationId xmlns:p14="http://schemas.microsoft.com/office/powerpoint/2010/main" val="1624231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C646D-B1EF-4ED7-99CC-312E0D92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실행 순서와 읽는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4ADEA-DE25-4E70-AF64-11DD26C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각 표의 작업을 티켓으로 만들고 완료 증빙을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준비와 접수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 지정, 제품 범위와 시험환경 확정, 기관 상담, 신청서·계약·수수료 처리.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GS-01~GS-05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문서와 제품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패키지, 제품·사용자·운영 설명서, 기능 목록과 추적표를 같은 버전으로 작성.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GS-06~GS-10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자체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흐름, 권한, SQL, 복구, 성능, 외부 연동을 검증하고 결함별 증빙 저장.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GS-11~GS-18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공식 시험 대응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제출본 동결, 시험자 지원, 결함 수정·회귀시험, 최종본·인증서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GS-19~GS-22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조달 인계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범위와 동일한 상품 규격, 라이선스, 가격·거래실적 준비. 두 번째 PPT와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G2B-01부터 병행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9B2E0-5B32-43BC-B6E9-B5CCC28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BBAC3-7814-4905-9CAC-9DF7569D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626F5-12B8-48D6-9E74-77876681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03 / 47</a:t>
            </a:r>
          </a:p>
        </p:txBody>
      </p:sp>
    </p:spTree>
    <p:extLst>
      <p:ext uri="{BB962C8B-B14F-4D97-AF65-F5344CB8AC3E}">
        <p14:creationId xmlns:p14="http://schemas.microsoft.com/office/powerpoint/2010/main" val="1659739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0D8FC-7FDA-4EEF-BD59-9503346B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최단기 추진의 핵심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19C80-D717-449A-ADD6-4BAD05A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준비 4주 초안 / 기관 시험·심의 기간은 별도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상담을 즉시 접수하고 동시에 기능·운영환경·제품명 확정. 깨끗한 서버 설치부터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범위서, 견적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매뉴얼 초안과 전체 기능 시험 수행. 권한·데이터 손실·설치 실패를 우선 해결.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설명서 v0.8, 결함표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회귀시험과 성능·복구 시험. 문서만 보고 다른 직원이 설치·사용하는 시험 실시.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증빙, 설명서 v0.9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제출본 승인, 해시·버전 고정, 신청·계약 조건에 맞춰 전달. 준비 완료일로 시험 시작일 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산출물: 제출 패키지 v1.0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시험 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당일 결함 분류, 검증된 패치 묶음 제공. 거래실적 확보·조달 서류는 영업·관리팀이 병행.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요인: 보완 횟수·대기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BFFD7-35AA-4CB6-A64A-87E9B99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94543-8074-474C-8CE9-0A2091C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A27EC-B994-4D01-AE74-F665B964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04 / 47</a:t>
            </a:r>
          </a:p>
        </p:txBody>
      </p:sp>
    </p:spTree>
    <p:extLst>
      <p:ext uri="{BB962C8B-B14F-4D97-AF65-F5344CB8AC3E}">
        <p14:creationId xmlns:p14="http://schemas.microsoft.com/office/powerpoint/2010/main" val="1095486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074D3-BB5D-4EA0-9413-AB485927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30명 회사의 담당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C5E68-0CBC-4ED5-9487-BB24A1B2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겸직 가능 / 작성자와 최종 확인자는 분리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대표·제품 책임자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기능, 예산, 상품명·버전 승인. 시험 중 기능 추가 요구를 통제.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승인 1명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PM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창구 단일화, 신청·견적·일정 관리, 매일 결함·산출물 상태 갱신.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전담 또는 0.5~1명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백엔드·DB, 프론트·FLOW 담당 배정. 수정 영향과 rollback 절차를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개발 2~3명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QA·문서 담당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재현·회귀시험, 화면 캡처·매뉴얼 동기화, 제출본 품질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1명 + 문서 0.5명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운영·영업·관리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오프라인 설치·복구, 저작권·OSS, 조달 자격·가격·실적 증빙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역할별 주담당·백업 지정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4EB72-3674-4592-A10A-2C35926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4BD43-91ED-4B77-B94F-F93B693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39E2A-30F2-4226-A8F9-AFB8F31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05 / 47</a:t>
            </a:r>
          </a:p>
        </p:txBody>
      </p:sp>
    </p:spTree>
    <p:extLst>
      <p:ext uri="{BB962C8B-B14F-4D97-AF65-F5344CB8AC3E}">
        <p14:creationId xmlns:p14="http://schemas.microsoft.com/office/powerpoint/2010/main" val="1662931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8AA9C-20E1-4182-87AD-F7F3BB6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착수 후 5영업일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2148E-D2C1-4261-BBC1-67FE2F7D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GS-01 / PM이 매일 완료 여부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대표·PM·개발·QA 회의. 기능 목록을 화면 기준으로 추출하고 미완성·외부 의존 기능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범위서 초안 + 역할표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상담자료로 인증기관에 범위·견적·가장 빠른 착수일 문의. 신청 창구·양식 확보.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접수번호 + 질의표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OS·Oracle·브라우저 후보 중 실제 검증할 조합 결정. 신규 시험 VM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환경명세 + 설치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4일차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업무 1회 실행, 권한 분리·수정 취소·장애 복구의 치명 결함 수집.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시나리오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5일차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제품명·버전·제공 범위 승인, 내부 일정 재산정. 유상 초기 고객 발굴 계획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기준선 + 일정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4945E-3FE7-4F1D-BDA1-AE48296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98759-9BD2-443B-BBD8-E078E2F8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C190F-97FB-417C-9241-920EB99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06 / 47</a:t>
            </a:r>
          </a:p>
        </p:txBody>
      </p:sp>
    </p:spTree>
    <p:extLst>
      <p:ext uri="{BB962C8B-B14F-4D97-AF65-F5344CB8AC3E}">
        <p14:creationId xmlns:p14="http://schemas.microsoft.com/office/powerpoint/2010/main" val="1514522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967A6-D3D2-4DCB-A57A-C1E7023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인뎁스의 인증 범위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145EB-498C-405A-81D6-88E1EB9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실제 메뉴와 제공 패키지에 맞춰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제품 구조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서버, 정적 웹 화면, 시스템 DB, Oracle Target DB를 한 제품의 설치·운영 범위로 기술.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R1에서 구조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업무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프로젝트·시나리오, 파일 업로드·대상 선택, 규칙 발굴·검증, 편집·배포, 보고서.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후보 / 전 기능 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기능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계정·권한, DB 연결, 시스템·모델 관리. 관리자 전용 API까지 시험 범위에 포함.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운영에 필요한 기능 포함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범위 결정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Quick Edit, 혼합형 XAI, 외부 API·LLM·모델 학습을 출시판에 넣을지 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 시 실행 경로도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통제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미완성 기능은 설명서에서 삭제만 하지 말고 제공물·UI·서버 동작과 일치시키기.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전 제품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38DD0-BE5B-47C7-9112-0AB26F94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4A45C-F454-4F53-BFE4-336DDD78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BBC07-1A44-4CDD-8DA1-4A68DFB2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07 / 47</a:t>
            </a:r>
          </a:p>
        </p:txBody>
      </p:sp>
    </p:spTree>
    <p:extLst>
      <p:ext uri="{BB962C8B-B14F-4D97-AF65-F5344CB8AC3E}">
        <p14:creationId xmlns:p14="http://schemas.microsoft.com/office/powerpoint/2010/main" val="1075534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D6F3F-36B5-4C26-96CB-0512B945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메뉴별 기능 목록 작성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DA897-2730-4079-9D9B-F808B73E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화면마다 정상·오류·권한·한계 항목 작성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M01001~M02002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프로젝트/시나리오 관리, 업로드, Target 테이블 선택. 파일 크기·인코딩·데이터 유형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F-PROJ / F-UPLOAD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M03001~M04002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유형·상관·규칙 발굴·위반 탐지, FLOW 실행·분석. 실행 단위와 모델 입력·출력 정의.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F-ANLY / F-FLOW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M05001~M05003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승인, 오류 수정, 운영 배포. 미리보기·확정·취소·재실행 결과를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F-EDIT / F-DEPLOY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M06001~M06002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기본·맞춤 보고서. 필터·집계 일치, PDF 한글·페이지 방향·대용량 제한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F-REPORT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M900xx·M910xx</a:t>
                      </a:r>
                    </a:p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M990xx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모델·개인설정·관리자 기능. 사용자별 허용 동작과 연결 DB의 권한 관계를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F-ADMIN / F-MODEL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ED702-D839-423F-9808-BA6DD49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580F1-EFC9-46F5-A202-2FBBCD0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B121-9D74-4168-A33C-083B78C5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08 / 47</a:t>
            </a:r>
          </a:p>
        </p:txBody>
      </p:sp>
    </p:spTree>
    <p:extLst>
      <p:ext uri="{BB962C8B-B14F-4D97-AF65-F5344CB8AC3E}">
        <p14:creationId xmlns:p14="http://schemas.microsoft.com/office/powerpoint/2010/main" val="1221398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F421E-F593-496A-805F-C502DB3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외부 연동과 AI 범위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8BA35-9961-4473-ACC0-CB2F35A7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GS-02 / 내부망 배포와 재현 가능한 시험 우선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인터넷 차단 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API·모델 다운로드 없이 핵심 업무가 가능한지 확인. 필수 외부 통신은 목적·대상·포트를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운영·개발 / 통신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모델 포함 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이름·버전·사용권·요금·키 발급 책임, 장애·시간초과 때 동작을 문서화.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연동 명세 + 오류 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결과 표현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탐지 후보·신뢰지표·적용 조건과 한계를 설명. 정확도 수치는 검증 데이터·방법과 함께 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성능·정확도 근거표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seed, 모델 버전, 파라미터, 전처리, 입력 해시를 기록하고 출력 허용차를 정함.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시험데이터 + 로그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분류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기능 탑재만으로 인공지능(AI)소프트웨어 세부품명에 해당한다고 판단하지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 분류 사전상담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9C31B-4EF4-440A-AFD0-8CF0C0A0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7F194-99BA-4031-9FB2-FAD5D1EE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5E4E0-AB26-4A44-B5D6-63A29A9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09 / 47</a:t>
            </a:r>
          </a:p>
        </p:txBody>
      </p:sp>
    </p:spTree>
    <p:extLst>
      <p:ext uri="{BB962C8B-B14F-4D97-AF65-F5344CB8AC3E}">
        <p14:creationId xmlns:p14="http://schemas.microsoft.com/office/powerpoint/2010/main" val="1651840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92F00-E481-413C-B73E-6D3848B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인증기관 선택과 상담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567E4-D915-4A61-B623-77AF39D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GS-03 / 동일 범위로 비교하고 한 기관을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기준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SW 유형의 지정 범위, 가장 빠른 시험 착수일, 환경 제공 방식, 문서 피드백, 총비용.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 / 기관 비교표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상담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 GS 1등급 포털과 KTC GS 안내를 활용. 다른 지정기관도 해당 분야·일정 확인 후 비교.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출처 G2·G3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보낼 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소개 2~3쪽, 기능 목록, 설명서 초안, 환경·연동 구조, 목표 출시일, 문의 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상담자료 ZIP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받을 답변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시험범위, 등급, 적용 기준판, 시작 가능일, 추가 자료, 수정·회귀 조건과 비용.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회신 원문 보관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가격만 비교하지 말고 준비 완료일과 시험 착수일을 맞춤. 계약 조건을 대표 승인.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상담결과·견적·선정기록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DEF94-FE6E-47D7-88AF-D5688C0C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E135C-A4BF-4F84-9EE9-A13E342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29CA4-D611-4062-BE9B-E1DD2137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10 / 47</a:t>
            </a:r>
          </a:p>
        </p:txBody>
      </p:sp>
    </p:spTree>
    <p:extLst>
      <p:ext uri="{BB962C8B-B14F-4D97-AF65-F5344CB8AC3E}">
        <p14:creationId xmlns:p14="http://schemas.microsoft.com/office/powerpoint/2010/main" val="1130724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26315-DE6A-4299-9AF3-65DC5CD0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사전상담 질의서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CE94B-93B4-4886-ADF8-4A89A08F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GS-03 / 아래 항목을 한 번에 질의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대상·등급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인뎁스 v1.0 설치형 제품의 GS 1등급 가능 범위, Quick Edit·분석 모델·외부 API 포함 방법은?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확인값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문서·기준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신청서와 제품·사용자 설명서 양식, 적용 GS 기준판, 문서 사전검토 가능 여부는?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양식 파일명·개정일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버전·라이선스, 서버·DB 제공 책임, 원격 지원, 폐쇄망과 데이터 반입 방식은?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책임·반입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일정·비용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착수 가능일, 예상 시험 기간, 심의 일정, 할인, 재시험·범위 변경·중단 비용 조건은?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금액·VAT·유효기간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후 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추가·OS/DB 변경·버전 변경 시 변경신청 또는 재인증 판단 절차와 표시 범위는?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서면 안내 + 관리담당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CB1ED-69F3-42E0-A8A4-E65526F2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97717-188D-4A44-8859-7EF984CE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FBB7A-E81F-49AA-AA37-8C1E8566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11 / 47</a:t>
            </a:r>
          </a:p>
        </p:txBody>
      </p:sp>
    </p:spTree>
    <p:extLst>
      <p:ext uri="{BB962C8B-B14F-4D97-AF65-F5344CB8AC3E}">
        <p14:creationId xmlns:p14="http://schemas.microsoft.com/office/powerpoint/2010/main" val="237364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2B76-8AD9-4B31-B7EA-2AC9FE4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신청 서류 준비표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92D29-9DC8-4945-A1D2-B9D4943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GS-04 / 법정 필수와 기관 요청 자료를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법정 신청 묶음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별지 제5호 신청서 + 제품설명서 + 사용자취급설명서 + 대상 SW + 고시상 추가서류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G1·G4 /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신청자 정보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법인명·사업자번호·대표자·주소·담당자, 제품명·버전·개발정보를 증빙과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오탈자 0건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요청 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사업자등록증, 위임·동의·계약서, 기능목록 등은 기관이 안내한 최신 목록으로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기관별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첨부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설치파일, 설치·제거 절차, 환경표, 계정 역할표, 시험데이터, 라이선스, 외부 연동 설명.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개발·운영 / 제출목록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파일명·문서버전·해시·제출일·수신자·접수번호를 관리. 비밀번호 전달은 별도 보안 경로.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제출대장 + 접수증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1708C-30EF-4A32-8606-EE23AB5B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G4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12BE0-0F54-45ED-A52D-FAB62A59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1F37D-2C5F-4E23-8B75-C424F3E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12 / 47</a:t>
            </a:r>
          </a:p>
        </p:txBody>
      </p:sp>
    </p:spTree>
    <p:extLst>
      <p:ext uri="{BB962C8B-B14F-4D97-AF65-F5344CB8AC3E}">
        <p14:creationId xmlns:p14="http://schemas.microsoft.com/office/powerpoint/2010/main" val="1286217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742B3-7924-40F8-BC94-E477015C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신청·계약·착수 절차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1829-D749-4A9A-B58B-A2F3C67B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GS-04 / TTA 공개 절차 기준, 기관별 화면은 최신 안내 적용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 사전상담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포털에서 해당 서비스·상담 경로 확인 후 상담자료 전달. 비용·범위를 서면 회신받음.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 접수·견적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 신청·계약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안내에 따라 신청서와 대상 문서 제출, 계약·합의 내용 확인, 법인 승인·서명.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완료·계약 사본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 수수료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견적서 납부방법으로 결제하고 세금계산서·납부 증빙 수령. 할인 자격 서류를 먼저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지급·회계 처리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 시험 준비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시험자와 착수일·서버·DB·데이터·설치 담당을 합의. 상담 후 중대한 범위 변경은 재협의.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시험환경 인수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 시험·심의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설치·제품 분석·시험·결함 보완·회귀시험 후 심의. 통과 시 결과물 수령.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시험성적서·결과서·인증서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8F899-F9E6-47B3-BB43-A75BD2DD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8EC68-001F-435E-8BEF-E87DD1D7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6095F-8B01-4890-801D-3051ADDD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13 / 47</a:t>
            </a:r>
          </a:p>
        </p:txBody>
      </p:sp>
    </p:spTree>
    <p:extLst>
      <p:ext uri="{BB962C8B-B14F-4D97-AF65-F5344CB8AC3E}">
        <p14:creationId xmlns:p14="http://schemas.microsoft.com/office/powerpoint/2010/main" val="2013840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913D8-CB16-438B-B77A-2148990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예산과 일정의 승인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DDC2E-A93E-496E-839C-B1E32DE9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GS-05 / 정액 수수료와 합격일을 임의 확정하지 않음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비용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시험·인증 기본료, 추가 시험·회귀 조건, VAT, 장비·DB 사용료, 출장·배송비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견적 원본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비용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보완, QA·문서, 설치 지원, 시험 데이터·VM 비용을 담당자 투입일로 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인일 × 내부 단가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재작업 예비비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큰 결함 또는 범위 변경에 대비한 예산과 담당자 여유시간 확보.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승인 한도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대기와 실행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 공개 평균대기는 10~15일이나 확약이 아님. 실제 시작일·시험·심의 기간을 각각 협의.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조회 시점 안내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지원사업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지역·기관 지원공고가 있을 때 신청 전 지출 인정·중복지원·지급조건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전 지원금 차감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C568C-6E32-40CA-B894-77BF1C1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A2059-4C03-4CE1-A407-FD70DC1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6F683-B114-4A5E-A94B-1FF35737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14 / 47</a:t>
            </a:r>
          </a:p>
        </p:txBody>
      </p:sp>
    </p:spTree>
    <p:extLst>
      <p:ext uri="{BB962C8B-B14F-4D97-AF65-F5344CB8AC3E}">
        <p14:creationId xmlns:p14="http://schemas.microsoft.com/office/powerpoint/2010/main" val="17206195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62212-9597-4A56-94A0-5C76F5A5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시험환경 명세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80E05-5B2D-428D-8676-4E7AF90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GS-06 / 환경 하나를 끝까지 재현할 수 있어야 함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서버·런타임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에디션·빌드, CPU/RAM/디스크, Python·패키지 버전, 시작·종료 방법 기재.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환경표 + 설치 로그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구성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DB와 Target DB 구분, DB 버전·문자셋·스키마·권한·드라이버 모드를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검토 / 비밀 제외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브라우저·버전·화면 해상도·언어를 명시. 지원 선언한 조합으로 기본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호환성 결과표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네트워크·계정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접속 경로·포트·TLS, 관리자/일반/타사용자 시험계정, 외부 연결과 차단 조건 정의.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역할표·통신표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보장 범위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최소사양·권장사양·검증사양을 구분. 동시 사용자·업로드·분석 제한은 측정 후 확정.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제품설명서와 동일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E6094-7998-4622-A6AB-6467A96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C63ED-3013-4C62-90EF-C45F10BB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00C11-947D-49B9-A105-95C4374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15 / 47</a:t>
            </a:r>
          </a:p>
        </p:txBody>
      </p:sp>
    </p:spTree>
    <p:extLst>
      <p:ext uri="{BB962C8B-B14F-4D97-AF65-F5344CB8AC3E}">
        <p14:creationId xmlns:p14="http://schemas.microsoft.com/office/powerpoint/2010/main" val="20671286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C34BA-DC22-45AF-BE25-81C65BE2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오프라인 설치 패키지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574EA-C224-4EAA-AF7F-432837DC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GS-06 / 새 서버에서 인터넷 없이 설치·실행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파일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버전이 고정된 서버·웹 리소스, Python 의존성, 실행 스크립트와 체크섬을 묶음.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release manifest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런타임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생성용 Node·Chromium·글꼴 등 필요한 런타임을 식별하고 재배포 권리를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의존성·라이선스 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설정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 없는 설정 템플릿 제공. 초기 관리자·암호화키는 고객 환경에서 생성·보관.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설정값 설명서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설치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설치와 기존 DB 업그레이드를 분리. 사전 백업·권한·적용 순서·복구를 문서화.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실행기록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증명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개발 PC 도움 없이 설치, 로그인·업로드·편집·보고서·재시작까지 수행.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clean-install 결과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A28FC-C3C0-42DC-92A0-9D3A886D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C36D3-90CF-4239-A2D7-881930D6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2A390-D144-458C-A211-EECD22F1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16 / 47</a:t>
            </a:r>
          </a:p>
        </p:txBody>
      </p:sp>
    </p:spTree>
    <p:extLst>
      <p:ext uri="{BB962C8B-B14F-4D97-AF65-F5344CB8AC3E}">
        <p14:creationId xmlns:p14="http://schemas.microsoft.com/office/powerpoint/2010/main" val="1024242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89512-A8DE-4CB6-8A34-9202F15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제품설명서 목차와 작성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D9FED-42E3-46B1-934E-85CC2599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GS-07 / 구매자가 기능과 제약을 판단하는 문서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제품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제품명·버전·문서번호·발행일·제조사·공급자·연락처·사용권·지원기간.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화면·패키지와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목적·기능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대상, 업무 범위, 메뉴별 기능, 입력·출력, 역할별 권한, 외부 연동.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기능목록 ID 연결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운영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HW/SW/DB/브라우저·네트워크 조건, 필수 타사 제품과 별도 구매 여부.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환경명세 근거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품질·제약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용량·응답 목표·오류 처리·복구·보안·알려진 제약. 성능은 시험 조건을 함께 표기.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증빙 연결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공급·지원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제공물, 백업 책임, 하자·유지관리 구분, 문의·업데이트·변경 정책.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계약·라이선스와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E207E-5036-4B1B-82FE-25AD82A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BBC32-359A-40F9-89AF-7165DE84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98132-32FD-47A7-A780-608F29EC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17 / 47</a:t>
            </a:r>
          </a:p>
        </p:txBody>
      </p:sp>
    </p:spTree>
    <p:extLst>
      <p:ext uri="{BB962C8B-B14F-4D97-AF65-F5344CB8AC3E}">
        <p14:creationId xmlns:p14="http://schemas.microsoft.com/office/powerpoint/2010/main" val="8390212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85339-4BFE-48B4-A412-E160693E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사용자취급설명서 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27CB7-0819-40E1-AFCE-B4C73508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GS-08 / 신규 사용자가 화면만 따라 업무를 완료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시작과 공통 조작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목차·검색/색인, 용어, 로그인·로그아웃, 권한, 메뉴·그리드·필터·오류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초보 사용자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순서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프로젝트·시나리오 생성부터 업로드·분석·규칙·편집·배포·보고서까지 연결.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순서형 예제 1개 이상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기능 페이지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목적, 전제조건, 입력값/제약, 단계·캡처, 예상결과, 저장·취소·재실행 설명.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포함 기능 대응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오류·데이터 보호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원인과 조치, 미저장 데이터, 편집 확정 시점, rollback 가능 범위, 연락처.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오류코드 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사용성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메뉴명·버튼·화면과 일치. 페이지번호·문서버전·변경이력 유지.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설명 없이 재현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697D2-5EF8-4FB3-BDDE-8E9AF57F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188A1-0FDC-48A5-B520-BBF9A07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F50D3-BD99-4FF2-8D99-54391B2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18 / 47</a:t>
            </a:r>
          </a:p>
        </p:txBody>
      </p:sp>
    </p:spTree>
    <p:extLst>
      <p:ext uri="{BB962C8B-B14F-4D97-AF65-F5344CB8AC3E}">
        <p14:creationId xmlns:p14="http://schemas.microsoft.com/office/powerpoint/2010/main" val="1838604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85853-BD2A-4253-A8BE-8158F622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설치·관리자·운영 설명서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899C6-ACC5-477A-A954-24DFCD51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GS-09 / 사용자취급설명서의 별책으로 연결 가능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권한, 사전 점검, 설치 순서, 성공 판정, 서비스 등록·시작·중지, 제거 후 데이터 처리.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담당 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설정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TLS·세션·관리자 권한, DB 최소권한, 키 생성·교체·복구, 로그 마스킹·보관 정책.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점검표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일상 운영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큐·DB 풀·저장공간·실패 작업 점검, 로그 위치, 장애등급·지원 요청 절차.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runbook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백업·복구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 DB·Target DB·업로드·설정·암호화키 범위, 주기·보관·복구 순서·검증 기준.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리허설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확인, 백업, 서비스 중단, SQL 적용, 앱 교체, smoke test, 실패 시 복귀 조건.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배포·rollback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6C44D-B3FB-4479-A287-B0F6254F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1C21-64F4-4062-823C-A1117F63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EA9EC-729D-4291-BC85-6F1349D0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19 / 47</a:t>
            </a:r>
          </a:p>
        </p:txBody>
      </p:sp>
    </p:spTree>
    <p:extLst>
      <p:ext uri="{BB962C8B-B14F-4D97-AF65-F5344CB8AC3E}">
        <p14:creationId xmlns:p14="http://schemas.microsoft.com/office/powerpoint/2010/main" val="10163066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8C172-0B23-421E-9143-1F136F2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사용자 매뉴얼 페이지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E65DA-B73E-417A-99AF-6F6BFCC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GS-08 / F-EDIT-01 데이터 수정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목적·전제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선택한 편집 대상의 오류를 수정한다. 로그인·프로젝트 권한·Target DB 선택·대상 조회 완료.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데이터는 합성 예제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규칙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가능한 컬럼·형식·NULL 허용·최대 길이를 표로 제시. 원본 키와 변경값을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컬럼별 입력 사전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단계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화면에서 조회, 수정, 검토, 저장/확정 동작을 캡처. 버튼명과 처리 순서는 현행 UI로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STEP 1~N 화면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행 수·이력·성공 메시지, 재조회된 값과 실제 DB 저장 결과가 일치하는지 설명.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화면 +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예외·취소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수정·권한 없음·DB 단절·세션 만료 시 메시지와 복구 방법. 취소 가능한 시점을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동작 확인 후 작성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0686E-9A1B-4428-8C35-37A70D08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78D5D-B854-4CC5-8F7B-9B5EB28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F0E06-BABA-4FF9-83F3-C3F0DA4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20 / 47</a:t>
            </a:r>
          </a:p>
        </p:txBody>
      </p:sp>
    </p:spTree>
    <p:extLst>
      <p:ext uri="{BB962C8B-B14F-4D97-AF65-F5344CB8AC3E}">
        <p14:creationId xmlns:p14="http://schemas.microsoft.com/office/powerpoint/2010/main" val="15678307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7BF89-A988-4B9B-92D8-9526A61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기능·문서·시험 추적표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A905D-35D6-48D6-A5A1-F31D5404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GS-10 / 누락 기능과 문서 불일치 방지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ID, 메뉴/API, 역할, 입력·제약, 기대결과, 매뉴얼 절, 시험 ID, 결함 ID, 버전, 상태.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traceability.xlsx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F-UPLOAD-01 / M02001 / 정상 파일 적재 / 사용자 §4.1 / TC-UP-001·002 / v1.0-RC1.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정상·초과 크기·오류형식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F-EDIT-01 / M05002 / 변경·취소 / 사용자 §7.2 / TC-ED-001~006 / 결함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전후 값·권한 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F-ADMIN-01 / M99001 / DB 연결 관리 / 관리자 §3 / TC-AUTH-010~014.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사용자 직접 API 거절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내 모든 기능이 문서와 시험에 연결되고, 실패·미실행·증빙 없는 PASS가 없음.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서명 / PM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5506B-0CC5-476E-A84B-7D452A4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A0D5D-8697-4B3B-B2D2-7C0756C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F381D-CE4E-4C4E-9CD1-9E1239F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21 / 47</a:t>
            </a:r>
          </a:p>
        </p:txBody>
      </p:sp>
    </p:spTree>
    <p:extLst>
      <p:ext uri="{BB962C8B-B14F-4D97-AF65-F5344CB8AC3E}">
        <p14:creationId xmlns:p14="http://schemas.microsoft.com/office/powerpoint/2010/main" val="10879429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F04A0-DA88-4AD6-B4E7-C2EB552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품질 시험 분야별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BC63-06C7-4F0F-ABF4-752B2611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GS-11 / 인증기관의 현행 평가 항목과 매핑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기능·성능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계산·저장·집계 결과 정확성, 제한값 처리, 응답시간·처리량·자원 사용 측정.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데이터·성능 로그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호환·사용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DB/브라우저·파일형식, 화면 일관성·오류 안내·도움말·키보드 조작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환경별 결과·캡처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신뢰·보안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장애·재시작·취소 후 일관성, 권한·세션·입력 검증·민감정보 보호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복구·부정접근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유지·설치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설치·제거·업데이트·설정 변경, 진단 로그, 기능 수정의 영향 범위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설치·회귀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TTA는 ISO/IEC 25023·25041·25051 기반 안내. 적용 판·세부 항목은 기관 회신으로 확정.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체크리스트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B2AFE-7753-40C2-B8BD-21AF4FF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1B44C-1BA4-481F-9EE7-E2C8BD83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957A5-7AFC-4E5F-894B-59E504E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22 / 47</a:t>
            </a:r>
          </a:p>
        </p:txBody>
      </p:sp>
    </p:spTree>
    <p:extLst>
      <p:ext uri="{BB962C8B-B14F-4D97-AF65-F5344CB8AC3E}">
        <p14:creationId xmlns:p14="http://schemas.microsoft.com/office/powerpoint/2010/main" val="1565968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B8D49-CAEA-4383-9EBE-9A4A7BCA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 데이터와 증빙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EFAB2-ED46-4A70-8440-B7356218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GS-11 / 고객 원본 데이터 대신 재현 가능한 합성 데이터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세트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정상값·결측·중복·극값·한글·특수문자·날짜·잘못된 형식을 가진 작은 정답 세트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데이터사전 + 기대결과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세트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소·중·대 규모별 행수·컬럼수·분포·파일 크기 기록. 주장할 최대 범위까지 준비.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스크립트·seed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격리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A/B, 프로젝트 A/B, Target DB A/B의 권한 분리와 데이터 교차 접근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계정·권한 매트릭스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 단위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 ID, 앱 빌드·DB 스키마 버전, 환경, 시간, 입력, 결과, 로그·화면을 묶어 저장.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evidence/TC-ID/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보호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화면·로그의 키·비밀번호·지갑·개인정보 제거. 기관 제공 데이터와 보관·삭제 범위 협의.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반입·반출 목록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D3E8C-F4C1-480F-AC19-9BF6BFA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A25E4-84DD-4442-82A5-82FBA97C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A3FC-4EE4-4B01-AE1D-7A574130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23 / 47</a:t>
            </a:r>
          </a:p>
        </p:txBody>
      </p:sp>
    </p:spTree>
    <p:extLst>
      <p:ext uri="{BB962C8B-B14F-4D97-AF65-F5344CB8AC3E}">
        <p14:creationId xmlns:p14="http://schemas.microsoft.com/office/powerpoint/2010/main" val="8906343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9CE4E-CFF7-40EF-B77F-4536335E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업무 흐름 통합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2CC1A-2B80-491B-9D4A-696012D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GS-12 / 실제 고객이 수행하는 전 과정을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사용자 로그인, 프로젝트·시나리오, 파일 업로드, 대상 테이블 선택.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건수·컬럼·권한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컬럼 분석, 규칙 발굴, 위반 탐지, 규칙 검토·승인까지 동일 RUN 결과 추적.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입출력·RUN 연결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후보 조회, 수정, 취소·확정, 재조회·이력 확인. 동일 데이터 중복 실행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의도한 행만 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배포 전후 검증, 집계·상세·보고서·PDF 결과 비교.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숫자·필터·한글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TC-E2E-05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로그아웃, 재시작, 다른 사용자·프로젝트로 반복. Quick Edit 포함 시 별도로 재현.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상태·캐시 혼선 없음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8B6B1-AE08-455B-BD02-E1039002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3FA22-402D-4320-B927-E8F40A1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848B1-DE4E-4394-B8F0-7C6C99F8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24 / 47</a:t>
            </a:r>
          </a:p>
        </p:txBody>
      </p:sp>
    </p:spTree>
    <p:extLst>
      <p:ext uri="{BB962C8B-B14F-4D97-AF65-F5344CB8AC3E}">
        <p14:creationId xmlns:p14="http://schemas.microsoft.com/office/powerpoint/2010/main" val="16920537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9E888-8770-4689-A6B9-684D867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인증·인가와 데이터 격리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63B72-2759-4E11-876E-F61C5FC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GS-13 / 메뉴 숨김과 서버 권한을 각각 검증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비로그인·만료 세션으로 업무 API 직접 호출. 로그인 세션 없는 요청 거절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HTTP·로그·응답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계정으로 관리자 API 직접 호출. 브라우저 저장값·X-Login-* 변조로 우회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세션·DB 기준 판정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사용자의 프로젝트/작업/연결 ID로 요청. 목록·상세·다운로드·DML 모두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노출·변경 없음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 DB 전환·다중 탭·재로그인 후 권한과 캐시가 섞이지 않는지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격리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TC-AUTH-05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/api/health 등 공개 예외, 내장 Python API의 별도 인증, 비밀 파일 정적 노출 차단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경로 목록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EF13B-A6A5-4AA4-B515-7ADF03CD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18262-6A96-47F2-8896-6B85ECAE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2B915-4BCF-4CFD-979C-99A898C5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25 / 47</a:t>
            </a:r>
          </a:p>
        </p:txBody>
      </p:sp>
    </p:spTree>
    <p:extLst>
      <p:ext uri="{BB962C8B-B14F-4D97-AF65-F5344CB8AC3E}">
        <p14:creationId xmlns:p14="http://schemas.microsoft.com/office/powerpoint/2010/main" val="6569392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E2CD1-EA3F-403C-80D0-F3B21D11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SQL·DML·편집 무결성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D204B-57DC-4ECC-B941-305B388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GS-14 / 가장 높은 우선순위의 데이터 보호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TC-SQL-01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읽기 전용 경로에서 DML·DDL·다중문·허용하지 않은 PL/SQL·동적 SQL 우회 시도.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 경로 데이터 변화 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범위·사용자 권한·조건 바인딩 검증. NULL, 따옴표, 긴 값, 잘못된 타입 처리.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대상·행수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명시적 취소, 세션 만료, DB 단절, 서버 종료 시 미완료 트랜잭션 상태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rollback·재접속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편집·중복 클릭·재전송 시 유실·중복 적용·다른 작업 반영을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충돌·중복 처리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TC-EDIT-04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배포·일괄 수정은 백업·검증·실행·사후 확인 단계를 시험. 운영 DB가 아닌 격리 DB 사용.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가능한 검증본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28CFA-7504-4C3D-9817-FAFD416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008D1-45BC-4A0A-8BC5-FC10D69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84D0E-B065-479D-920C-65898990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26 / 47</a:t>
            </a:r>
          </a:p>
        </p:txBody>
      </p:sp>
    </p:spTree>
    <p:extLst>
      <p:ext uri="{BB962C8B-B14F-4D97-AF65-F5344CB8AC3E}">
        <p14:creationId xmlns:p14="http://schemas.microsoft.com/office/powerpoint/2010/main" val="50943762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C296D-B35D-4457-8DD9-729B7F57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FLOW·캔버스·캐시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B775C-D9CD-4DE4-82DB-34BE8D7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GS-15 / 첫 실행과 재진입을 구분해 재현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 순서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새로 연 화면에서 첫 우클릭·삭제·복제·드래그를 시험. pointerdown/mousedown/click 타깃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액션 대상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보이는 활성 노드와 팝업 액션 대상이 동일한지, 메뉴 열린 뒤 선택 변경 시에도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Delete node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캔버스/draft만 변경해야 함. 저장된 Flow·Node·run history의 DB 삭제가 없는지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 생명주기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템플릿 재사용, 닫기·재열기, 다른 FLOW 간 이동에서 이벤트 중복·잔존 상태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계약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단계 누락, SAME_RUN/LATEST_MASTER, 취소·재실행·실패 후 결과 참조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TC-FLOW-05 / R1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C1263-E0E1-4275-B543-BB47FE9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6E886-D4C4-44A8-8B66-764A81A8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F2B9-C07E-470D-B4F1-857DF43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27 / 47</a:t>
            </a:r>
          </a:p>
        </p:txBody>
      </p:sp>
    </p:spTree>
    <p:extLst>
      <p:ext uri="{BB962C8B-B14F-4D97-AF65-F5344CB8AC3E}">
        <p14:creationId xmlns:p14="http://schemas.microsoft.com/office/powerpoint/2010/main" val="60052152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BFC82-6244-4538-94BB-31234AB4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분석 모델과 결과 정확성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CAB31-7598-42E6-86DD-F433024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GS-16 / 분석 성공 메시지와 결과의 정확성을 분리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비교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합성 데이터의 건수·비율·통계·규칙 결과를 독립 계산과 대조. 소수점 허용차 정의.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특수 입력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NULL, 상수 컬럼, 단일 범주, 문자열 혼재, 작은 표본·높은 차원·극단값 처리.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연속·범주·XAI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출시 모델별 파라미터·입출력·지원 타입·제약·재현성·오류 처리를 따로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실행·자원 한도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작업 동시 제출, 메모리 제한, 대기·거절·취소 상태, 작업 간 결과 오염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설명·보고서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UI·DB·보고서의 결과명·건수·RUN ID 일치. AI 추천은 승인 전 데이터 반영 여부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TC-ML-05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4331-2CE7-41BD-BCB8-C8B1B239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03137-397A-432C-A23B-F47E576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BFE8-0014-4F29-80E5-5E14EA2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28 / 47</a:t>
            </a:r>
          </a:p>
        </p:txBody>
      </p:sp>
    </p:spTree>
    <p:extLst>
      <p:ext uri="{BB962C8B-B14F-4D97-AF65-F5344CB8AC3E}">
        <p14:creationId xmlns:p14="http://schemas.microsoft.com/office/powerpoint/2010/main" val="6507233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C3122-6651-4A5E-9149-720A82C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성능·대용량 시험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ADDC-D507-4943-B4AE-6A837CB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GS-17 / 아래 숫자는 내부 검증 예시이며 제품 보장값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조회·업로드·규칙탐지·편집·PDF를 각각 측정. 예: 1만/10만/100만 행, 동시 1/5/10명.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지원범위에 맞춰 조정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준비/실행/완료 시간을 분리. 예열 후 반복 5회 이상, 응답분포·오류율·CPU/RAM/DB 대기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스크립트·원시 로그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목표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조회 p95 3초 이내, 오류율 0%, 장시간 작업 상태 표시. 확정값은 측정 후 합의.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기준 / GS 공식값 아님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대량 DML의 락·undo·commit 범위 확인. Cloud Target의 PS contention 시 병렬 자원 경합 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DBA 분석·SQL 영향표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반영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사양·데이터·한계와 함께 결과 기재. 검증하지 않은 무제한 처리·무제한 동시 사용자 표현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성능시험서 + 제한 안내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493FC-C187-4141-87E9-4FF5A787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1F048-4410-40A6-8B9F-DA76C87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59201-1990-45C8-AF6B-D8C05B79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29 / 47</a:t>
            </a:r>
          </a:p>
        </p:txBody>
      </p:sp>
    </p:spTree>
    <p:extLst>
      <p:ext uri="{BB962C8B-B14F-4D97-AF65-F5344CB8AC3E}">
        <p14:creationId xmlns:p14="http://schemas.microsoft.com/office/powerpoint/2010/main" val="20223534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BA91-3C50-4A5A-8EAD-ADF0A82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보안·OSS·배포 권리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42F51-ECF8-41A7-874B-8EA44DF6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GS-18 / 인증 준비와 상용 배포를 함께 점검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비밀·응답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키·DB 암호를 응답·JS·로그·캐시에 남기지 않음. 암호화·키 보관·초기 비밀번호 변경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점검표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업로드 크기·경로·형식, 다운로드 경로, SQL/스크립트 입력 검증, 오류 정보 최소화를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부정 입력 시험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의존성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Python·npm·브라우저·폰트·Oracle 구성요소별 버전, 공급자, 라이선스, 취약점·조치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SBOM + NOTICE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라이선스 정합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package.json의 ISC 표기를 확인. 실제 권리·기존 공개 이력과 상용 EULA 일치 여부를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 검토 / 임의 삭제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판단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소스 존재가 적합 증거는 아님. 미조치 중대 취약점·배포권 불명확 요소는 출시 차단.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개발·보안·대표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20051-2944-4306-9F27-46909EBB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3383A-1AC4-48E2-B61E-EB9890D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FD000-3F9B-46EF-843C-DC609D7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 / 47</a:t>
            </a:r>
          </a:p>
        </p:txBody>
      </p:sp>
    </p:spTree>
    <p:extLst>
      <p:ext uri="{BB962C8B-B14F-4D97-AF65-F5344CB8AC3E}">
        <p14:creationId xmlns:p14="http://schemas.microsoft.com/office/powerpoint/2010/main" val="18876079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9C74D-6B05-4FC9-87AE-0B8057D8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장애·복구·설치 재현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63D3C-948C-4F2B-88EC-78346DC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GS-18 / 데이터와 설정을 함께 복구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깨끗한 VM에서 매뉴얼만 사용. DB 권한 부족·포트 충돌·필수 런타임 누락도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TC-INST-01~04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DB·네트워크 장애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중 연결 중단, DB 재시작, 풀 고갈을 주입. 오류·재시도·트랜잭션 결과를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TC-REC-01~03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백업·복원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시스템/Target DB, 파일, 설정과 암호화키를 보존한 백업으로 별도 환경 복구.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복구시간·데이터시점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업그레이드·복귀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앱·DB 버전을 함께 검증. DDL이 되돌아가지 않는 경우 백업 복원·전환 계획을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 조건·복구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제거·재설치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제거 시 보존·삭제 대상 안내, 라이선스 재발급·재설치, 잔존 민감정보를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정책과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6242-4837-40CF-A168-48C13750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AA540-E43B-4FD4-A989-6D601C0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F4BE-4D1F-4BCC-AF30-820189E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31 / 47</a:t>
            </a:r>
          </a:p>
        </p:txBody>
      </p:sp>
    </p:spTree>
    <p:extLst>
      <p:ext uri="{BB962C8B-B14F-4D97-AF65-F5344CB8AC3E}">
        <p14:creationId xmlns:p14="http://schemas.microsoft.com/office/powerpoint/2010/main" val="6742771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AF94D-0F30-4FE4-9A34-59CBA3FD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결함 관리와 수정 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D00A2-9622-4E7D-A26D-E47BD7D6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GS-19 / 발견부터 종료까지 하나의 결함 ID로 추적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ID, 발생 빌드·환경, 입력, 재현 단계, 기대/실제 결과, 화면·로그, 심각도·담당·기한.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defects.xlsx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P0·P1 우선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손실·권한 우회·비밀 노출·설치 불가·핵심 업무 중단을 최우선 수정.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심각도 기준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단위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원인·수정 파일·영향 기능·회귀 시험·DB 변경·rollback 방법을 묶어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노트 + 검증결과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조건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QA가 동일 조건에서 재현 불가 확인, 인접 기능 회귀 PASS, 매뉴얼 변경까지 반영.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개발자의 완료 선언만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흐름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신규, 분석, 수정 중, 검증 대기, 재시험, 종료. 기관 결함은 기관 종료 확인과 내부 종료를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일일 15분 결함 회의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7E14-059B-4DC7-8064-7806476C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71FC4-E9BC-40F5-86E7-0B82684D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9326B-22A6-4D4B-A988-A44D4A70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32 / 47</a:t>
            </a:r>
          </a:p>
        </p:txBody>
      </p:sp>
    </p:spTree>
    <p:extLst>
      <p:ext uri="{BB962C8B-B14F-4D97-AF65-F5344CB8AC3E}">
        <p14:creationId xmlns:p14="http://schemas.microsoft.com/office/powerpoint/2010/main" val="211121671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50B26-8CDD-4E23-9261-3AC9957D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시험 제출 승인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E156-B6B7-49EC-831D-29DB433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GS-20 / 회사 내부 제출 기준이며 공식 합격 기준과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내 기능 100%가 문서·시험에 연결. 필수 시나리오 PASS, 미실행 기능 없음.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서명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중대 결함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P0/P1 미해결 0건. 잔여 결함은 영향·우회·일정과 기관 수용 여부를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대표·PM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재현·복구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서버 설치, 오프라인 기본 업무, 권한 격리, 수정 취소·복구 시험 완료.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설치·복구 보고서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패키지·문서·화면 버전·기능·해시 동일. 시험계정·샘플데이터가 전달 목록과 일치.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release manifest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대응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개발·QA·운영 담당과 백업 인력, 반입·원격 지원 시간, 패치 절차가 준비됨.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연락·대응 계획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EC5D0-9966-4DE5-95EF-4442577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E4990-2969-4CA4-9CCB-F4FF543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B1344-B521-48FD-BE83-AD33EEFA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33 / 47</a:t>
            </a:r>
          </a:p>
        </p:txBody>
      </p:sp>
    </p:spTree>
    <p:extLst>
      <p:ext uri="{BB962C8B-B14F-4D97-AF65-F5344CB8AC3E}">
        <p14:creationId xmlns:p14="http://schemas.microsoft.com/office/powerpoint/2010/main" val="120733033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E9780-0492-4C02-B7E5-72CDEC58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시험 착수일 운영 체크리스트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98A9-C4D4-4521-A306-4A9AEE42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GS-20 / 시험자의 독립 실행을 지원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인수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HW/SW/DB 버전·시간·네트워크·권한과 설치본 해시 확인. 차이는 즉시 기록·합의.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인수표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설치·초기화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매뉴얼로 제품 설치, 합성 데이터 로딩, 일반·관리자 계정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점검 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설명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업무 1회 시연, 기능 위치·입출력·한계·비가역 동작·오류 복구 방법 안내.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순서표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질의 대응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PM이 질문·답변·추가자료·기한을 관리. 제품 동작과 다른 구두 답변은 문서 수정으로 해결.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Q&amp;A 대장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시험본 통제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시험자 협의 없이 DB 데이터·설정·패키지 교체 금지. 모든 변경은 새 버전·변경기록으로 전달.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제출·변경 승인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47F86-7D55-4EAF-8808-71BFC862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3432F-ADC8-49F7-B115-DCB2C404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9CECB-2640-4928-A5E1-D8B373AB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34 / 47</a:t>
            </a:r>
          </a:p>
        </p:txBody>
      </p:sp>
    </p:spTree>
    <p:extLst>
      <p:ext uri="{BB962C8B-B14F-4D97-AF65-F5344CB8AC3E}">
        <p14:creationId xmlns:p14="http://schemas.microsoft.com/office/powerpoint/2010/main" val="16153100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21795-53C5-4D80-9C10-32946F40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기관 결함 보완과 회귀시험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17AC9-3E4C-4647-89CC-64A86334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GS-21 / 패치마다 동일 제출 규칙 적용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 당일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결함 번호를 내부 ID와 연결. 재현 조건 확인 후 원인·영향·수정 예상일 회신.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1영업일 내 분류 목표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준비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결함을 묶어 수정하고 데이터 손상·권한·설치·기본 업무 회귀를 수행.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변경목록·PASS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구성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설치파일·해시, 결함별 조치서, 설치/업데이트 방법, 갱신 설명서, 잔여 이슈 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제출대장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기관이 재시험할 데이터·조건을 유지. 미해결·새 결함을 포함해 전체 상태 재점검.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확인·추가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고정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시험본과 심의 대상 버전·문서를 확인. 무관한 신규 기능은 다음 출시로 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manifest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720F5-A2DD-4741-96B3-B60DBBD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8F1AB-9159-4F94-85CB-1D8DECB0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27065-5693-4C8F-9632-02689CDE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35 / 47</a:t>
            </a:r>
          </a:p>
        </p:txBody>
      </p:sp>
    </p:spTree>
    <p:extLst>
      <p:ext uri="{BB962C8B-B14F-4D97-AF65-F5344CB8AC3E}">
        <p14:creationId xmlns:p14="http://schemas.microsoft.com/office/powerpoint/2010/main" val="12450295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CDAD6-024D-4B7C-BC36-31B289C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 결과 수령과 조달 인계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424C1-27D6-4E6A-9CC6-AD3F2EC3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GS-22 / 서류명과 제품 범위의 일치가 우선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수령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품질인증서, 시험성적서, 시험결과서, 인증마크 사용 안내를 수령·보관.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/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항목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법인명·제품명·버전·등급·인증번호·시험환경·제한을 최종 제출본과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 발견 시 기관 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보관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시험본·소스 리비전·의존성·문서·데이터·해시를 복구 가능하게 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기준선 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표시·홍보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제품·버전에만 마크와 인증 문구 사용. 다른 기능·새 버전까지 인증받았다고 확대 금지.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홈페이지·견적서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전달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인증서와 세부 시험성적서, 규격·설명서·라이선스 증서 초안을 영업·조달 담당에게 인계.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 제출목록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B8FB-20AF-44E9-BF69-F7C55A08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010A9-4E78-4371-A96A-8FB7DFD4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A09D4-8E6A-4EBA-8E94-3E0F7D50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36 / 47</a:t>
            </a:r>
          </a:p>
        </p:txBody>
      </p:sp>
    </p:spTree>
    <p:extLst>
      <p:ext uri="{BB962C8B-B14F-4D97-AF65-F5344CB8AC3E}">
        <p14:creationId xmlns:p14="http://schemas.microsoft.com/office/powerpoint/2010/main" val="16954118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1D11F-6D7B-487D-A4D9-73FE7B5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 후 변경·사후관리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0BC2E-5995-40E0-8799-CF78A29C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GS-22 / 버전 번호만으로 인증 유지 판단 금지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접수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기능·알고리즘·OS/DB·의존성·공급자·제품명·권리 변경 시 영향평가를 남김.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변경요청서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재인증 자가 점검표와 기관 기준으로 변경신청·재인증 여부를 서면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G3 / 기관 회신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고객·조달 반영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범위, 계약 규격, 다운로드 패키지·매뉴얼·가격표·지원 정책을 같이 갱신.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릴리스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정기 내부 점검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취약점·장애·민원 검토, 분기별 설치·복구·대표 기능 회귀를 권장.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점검대장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유효성 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일률적 갱신주기를 임의 기재하지 말고 인증서·기관 운영규정·해당 조달 조건을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만료·확인 일정 담당 지정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7B21F-C8A5-49D0-9DE8-2639E9D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G3 ·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93B9B-54C3-4F04-98E9-1A40694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1DFD3-EFDA-45A2-A112-B2D5398E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37 / 47</a:t>
            </a:r>
          </a:p>
        </p:txBody>
      </p:sp>
    </p:spTree>
    <p:extLst>
      <p:ext uri="{BB962C8B-B14F-4D97-AF65-F5344CB8AC3E}">
        <p14:creationId xmlns:p14="http://schemas.microsoft.com/office/powerpoint/2010/main" val="4883001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56555-8BFB-4372-8D22-6FA3FC6C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산출물 폴더와 문서번호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93328-371B-4426-9AEF-9D10EC0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권장 저장소 구조 / 추후 WORK에서 실제 파일 생성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00_management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GS-PLAN 일정·역할·예산, GS-SCOPE 범위서, GS-DECISION 결정대장, GS-CONTACT 상담기록.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 책임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01_application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신청서·사업자자료·계약·견적·접수증·제출대장. 개인정보 포함 자료는 접근권한 제한.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PM·경영지원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02_manuals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GS-PD 제품설명서, GS-UM 사용자취급설명서, GS-OM 설치·운영설명서, 기능목록.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제품·문서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03_quality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GS-TRACE 추적표, GS-TP 계획, GS-TC 시험, 증빙, 결함·보안·성능·복구 보고서.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QA·개발·운영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04_release / 05_certificate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설치물·해시·SBOM·릴리스노트·인증서·결과서·마크 사용규칙. 시험본은 수정 불가 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CAB9-4CF3-49E6-BE09-A939241E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EA944-DA52-4CA3-BD69-D4D6061E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2394D-8B73-4C29-A541-A635182C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38 / 47</a:t>
            </a:r>
          </a:p>
        </p:txBody>
      </p:sp>
    </p:spTree>
    <p:extLst>
      <p:ext uri="{BB962C8B-B14F-4D97-AF65-F5344CB8AC3E}">
        <p14:creationId xmlns:p14="http://schemas.microsoft.com/office/powerpoint/2010/main" val="3539750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2130-894A-4C6F-987C-E30DA4C4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주요 산출물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D9740-9E4B-43A2-8C02-BDC498F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파일 존재보다 재현성과 승인 여부를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GS-SCOPE + GS-PD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출시 기능·제약·환경·연동 범위가 승인됐고 설치 패키지와 일치.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대표·제품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GS-UM + GS-OM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직원이 도움 없이 업무 1회·설치 1회 완료. 캡처와 메뉴명이 동일.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독립 검증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GS-TRACE + GS-TC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포함 기능이 문서·시험에 연결. PASS에 입력·결과·증빙·빌드가 존재.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GS-SEC + GS-PERF + GS-REC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보안·성능·복구 조건·결과·한계·잔여 이슈와 조치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책임자 서명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GS-REL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소스 리비전·패키지·문서·DB 변경·해시가 대응하며 신규 설치·복귀가 검증됨.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배포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4E410-E520-4D7B-ACC8-E007AF28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0D5A5-D108-4789-99B4-4E15353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935D1-FD32-4685-993B-39990DB4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39 / 47</a:t>
            </a:r>
          </a:p>
        </p:txBody>
      </p:sp>
    </p:spTree>
    <p:extLst>
      <p:ext uri="{BB962C8B-B14F-4D97-AF65-F5344CB8AC3E}">
        <p14:creationId xmlns:p14="http://schemas.microsoft.com/office/powerpoint/2010/main" val="163410657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0BA89-E200-4492-AEF6-6F19A3D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소스 작업 백로그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918FA-FCE8-4649-9A19-A3D60A79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확인 후 필요한 차이만 수정 / 현재 결함 확정 목록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DEV-01 제품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package.json, frontend/index.html, main.py의 제품 버전·캐시 버전 의미를 구분. About·매뉴얼 식별 통일.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빌드 식별 가능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DEV-02 권한 경계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main.py, auth_context.py, target_database.py의 세션·관리자·연결 권한 점검과 부정 호출 시험.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TC-AUTH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DEV-03 SQL·편집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라우터·서비스·SQL 템플릿의 허용범위, 바인딩, commit/rollback·중복 처리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TC-SQL·EDIT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DEV-04 FLOW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MCOM_FLOW_WORK.js·flow_work_service.py 등 이벤트·draft 삭제·RUN 입출력 계약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완료: TC-FLOW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DEV-05 라이선스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 정책 확정 후 서버 검증·오프라인 활성화·증서·재발급·장애 동작 설계.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번째 PPT와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8A023-904D-40B6-BC1E-750B929D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61DB3-D128-485B-82C2-8A7FE28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55079-1347-40DE-AC1E-D2968EB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40 / 47</a:t>
            </a:r>
          </a:p>
        </p:txBody>
      </p:sp>
    </p:spTree>
    <p:extLst>
      <p:ext uri="{BB962C8B-B14F-4D97-AF65-F5344CB8AC3E}">
        <p14:creationId xmlns:p14="http://schemas.microsoft.com/office/powerpoint/2010/main" val="179419193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E059B-0901-4C7A-BC80-280F473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소스 작업 백로그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8AF99-F6B6-49C0-9F8C-9376D52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출시를 반복 가능하게 만드는 작업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DEV-06 배포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오프라인 설치·서비스 실행·설정 검증·업데이트·제거 스크립트와 패키지 manifest 작성.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clean install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DEV-07 자원 제한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업로드·조회·분석·PDF의 최대 크기·동시 실행·timeout·취소와 사용자 안내 점검.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한계·초과 시험 PASS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DEV-08 진단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작업·감사 로그에 사용자/작업/결과/시간/상관 ID를 남기고 비밀·민감값 마스킹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재현·추적 가능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DEV-09 의존성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Python·npm 버전 고정, SBOM·NOTICE, 취약점 조치와 배포권 검토.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빌드 + 권리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DEV-10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backend/tests와 UI audit를 기능표에 연결. 모의 시험과 실제 격리 Oracle 시험을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단위·통합·UI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6D7EB-9D36-447C-A7F2-801F2D8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FAC16-1604-46C6-89E9-08F9552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C2D18-4977-4A75-8049-4E7F190E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41 / 47</a:t>
            </a:r>
          </a:p>
        </p:txBody>
      </p:sp>
    </p:spTree>
    <p:extLst>
      <p:ext uri="{BB962C8B-B14F-4D97-AF65-F5344CB8AC3E}">
        <p14:creationId xmlns:p14="http://schemas.microsoft.com/office/powerpoint/2010/main" val="14079305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C94E8-7A1F-4A33-A884-0F5E371E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바이브 코딩 작업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F9958-1550-4AA5-9A5E-8CDA9A3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한 작업 ID씩 요청 / 정책 변경은 먼저 승인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“GS-13과 DEV-02를 기준으로 로그인·관리자·Target DB 권한을 읽기 점검하라. AGENTS.md를 준수하라.”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범위가 작은 1개 작업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산출물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“관련 파일·현재 동작·재현 방법·위험·필요한 수정안을 제시하라. 미확인 항목을 구분하라.”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갭 분석 + 수정 계획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제약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“기존 변경 보존, 비밀 파일 접근 금지, 정적 SQL은 database/*.sql. 운영 DB 변경·삭제는 실행하지 말라.”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 작업 규칙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분기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“권한·화면 단계·버튼 노출·업무 흐름이 바뀌면 먼저 설명하고 승인받아라. 승인된 범위만 수정하라.”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정책 통제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“실패를 재현하는 테스트, 수정 후 결과, 회귀 범위, rollback, 문서 영향과 미확인 사항을 보고하라.”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+ 시험 + 문서 차이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61058-7E18-4196-A659-FA799F0E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214DF-40DB-44A7-BFF6-410864F0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94A49-87A0-4BC2-9E5A-83CCD7BE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42 / 47</a:t>
            </a:r>
          </a:p>
        </p:txBody>
      </p:sp>
    </p:spTree>
    <p:extLst>
      <p:ext uri="{BB962C8B-B14F-4D97-AF65-F5344CB8AC3E}">
        <p14:creationId xmlns:p14="http://schemas.microsoft.com/office/powerpoint/2010/main" val="19151515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CAC46-2AC8-4F8C-AC78-09EF04F1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WORK 문서 생성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3856C-379B-4C5D-9089-FEF41BE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산출물 ID와 승인된 사실을 함께 전달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GS-PD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“승인된 GS-SCOPE·기능표·환경표로 제품설명서 초안을 작성하라. 근거 없는 성능·지원 기능은 쓰지 말라.”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 + 미확정 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GS-UM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“실제 메뉴·캡처·시험 결과로 기능별 절차, 입력 제약, 오류 복구·취소를 작성하라.”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문서 + 기능 매핑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GS-TC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“기능 목록에 정상·경계·오류·권한·취소·동시 실행 시험을 연결하라. 기대결과와 증빙 경로 포함.”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시험표 XLSX 예정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GS-APP 요청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“최신 기관 양식을 사용하고 회사 증빙으로 신청서를 채워라. 미확정값은 담당자 확인 목록으로 분리하라.”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초안 + 제출 점검표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요청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“제품명·버전·기능·환경·용어·라이선스가 모든 산출물에 동일한지 대조하고 차이를 표로 작성하라.”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불일치 목록 + 개정안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C7CE4-5E8D-496A-9B89-9B107E41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5E367-0B52-4FD3-ADAD-E137EB91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5A2EA-7951-4AAD-B877-1C43C88A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43 / 47</a:t>
            </a:r>
          </a:p>
        </p:txBody>
      </p:sp>
    </p:spTree>
    <p:extLst>
      <p:ext uri="{BB962C8B-B14F-4D97-AF65-F5344CB8AC3E}">
        <p14:creationId xmlns:p14="http://schemas.microsoft.com/office/powerpoint/2010/main" val="4641869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B4B04-55F6-469E-998A-BA31232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자주 발생하는 지연과 예방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6915-2ABE-40E3-91DC-FF0791D5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PM이 매주 점검할 재작업 요인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문서에만 존재하는 기능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홍보 문구를 요구사항으로 받아 시험할 수 있음. 기능표와 실행 결과로 문구 검증.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제품·문서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PC에서만 실행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권한·글꼴·브라우저·외부 통신 누락을 새 VM 설치로 조기 발견.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운영·QA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 중 기능 확장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범위·문서·시험·가격 변경을 유발. 출시판 기준선과 다음 버전 백로그 분리.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대표·PM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패치가 다른 결함 유발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수정별 영향분석과 핵심 업무 회귀 후 제출. 시험자가 확인한 파일 해시 기록.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개발·QA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후 조달 대기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판매실적·상품 규격·저작권·신용평가를 인증 준비부터 병행.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담당: 영업·조달 / G2B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F6E23-2892-4F34-A3E3-EF6F037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346C0-64D4-4965-A2C6-9D2A231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94953-7B54-4210-9B17-DE5E4C7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44 / 47</a:t>
            </a:r>
          </a:p>
        </p:txBody>
      </p:sp>
    </p:spTree>
    <p:extLst>
      <p:ext uri="{BB962C8B-B14F-4D97-AF65-F5344CB8AC3E}">
        <p14:creationId xmlns:p14="http://schemas.microsoft.com/office/powerpoint/2010/main" val="111611784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AC275-92B9-4137-91CD-8196541B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첫 주 회의의 결정·완료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65378-5CFE-4162-BC2C-FB01CA4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이 페이지를 회의록으로 복사해 사용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공식명·v1.0·포함 메뉴·외부 모델·Quick Edit 범위를 승인했는가?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제품 / 기한: 1주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OS·DB·브라우저, 납품 형태·라이선스 범위·타사 비용을 정의했는가?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기술·영업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인증기관 상담과 견적, 시험착수 후보일, 대응 담당·예산을 확보했는가?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01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깨끗한 시험환경·기본 업무 실행·중대 결함 목록·문서 목차가 존재하는가?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QA·개발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02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PPT의 자격·실적 게이트를 확인하고 실제 고객 판매 계획을 시작했는가?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책임자: 영업·경영지원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EBCED-4A6C-4FF4-9533-EE3681B1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DD575-8906-45D2-8008-E9EFC069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A908C-0FD1-4481-836D-B61EA5C1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45 / 47</a:t>
            </a:r>
          </a:p>
        </p:txBody>
      </p:sp>
    </p:spTree>
    <p:extLst>
      <p:ext uri="{BB962C8B-B14F-4D97-AF65-F5344CB8AC3E}">
        <p14:creationId xmlns:p14="http://schemas.microsoft.com/office/powerpoint/2010/main" val="151956173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0F5C3-04BA-4B08-9020-88F55A8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2276-E47A-4BA3-BFFD-D137E892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61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G1  소프트웨어 진흥법 시행규칙 제4·5조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2025.04.30 시행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https://law.go.kr/LSW/lsLinkCommonInfo.do?chrClsCd=010202&amp;lspttninfSeq=163173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 TTA GS시험인증(1등급) 서비스·절차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https://cs.tta.or.kr/tta/introduce/introCont.do?tabMode=cont&amp;tnc_cls_no=T000127&amp;tnc_lab=T000003&amp;up_tnc_cls_no=T000020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  인뎁스 로컬 소스·프로젝트 지침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정적 확인, 실행검증 아님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로컬: AGENTS.md, README.md, main.py, frontend/config/menu.config.js, package.json, requirements.txt, backend/tests 파일목록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 상용소프트웨어 제3자단가계약 업무처리기준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제45호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54331-D770-4409-A1E3-00F7C89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G1 · G2 · R1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DDA2C-BDCC-49B5-B29E-159BAE02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0B26B-FF0E-408B-9E74-51368620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46 / 47</a:t>
            </a:r>
          </a:p>
        </p:txBody>
      </p:sp>
    </p:spTree>
    <p:extLst>
      <p:ext uri="{BB962C8B-B14F-4D97-AF65-F5344CB8AC3E}">
        <p14:creationId xmlns:p14="http://schemas.microsoft.com/office/powerpoint/2010/main" val="78857354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D3720-D2D9-4535-A488-8B757BF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9B88F-9F72-411B-8C3E-9260702C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4352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G3  KTC GS인증 안내·기준·재인증 점검표 자료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https://www.ktc.re.kr/web_united/task/task.asp?pagen=2540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G4  GS 품질인증 신청서, 시행규칙 별지 제5호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서식, 제출 시 현행본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https://law.go.kr/flDownload.do?bylClsCd=110202&amp;flSeq=133780841&amp;gubun=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  상용소프트웨어 제3자단가계약 추가특수조건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제46호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https://www.law.go.kr/LSW/admRulLsInfoP.do?admRulSeq=2100000270216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5BDD8-C08A-44EE-8300-97452524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G3 · G4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2D04B-CD1E-4134-BD78-4006E546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GS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8D745-1634-4305-B2CC-B580E1D1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47 / 47</a:t>
            </a:r>
          </a:p>
        </p:txBody>
      </p:sp>
    </p:spTree>
    <p:extLst>
      <p:ext uri="{BB962C8B-B14F-4D97-AF65-F5344CB8AC3E}">
        <p14:creationId xmlns:p14="http://schemas.microsoft.com/office/powerpoint/2010/main" val="1207625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2026-09-23T05:14:27.8020000Z</dcterms:created>
  <dcterms:modified xsi:type="dcterms:W3CDTF">2026-09-23T05:14:27.8020000Z</dcterms:modified>
</coreProperties>
</file>